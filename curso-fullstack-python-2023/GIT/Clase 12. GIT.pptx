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Lst>
  <p:sldSz cy="5143500" cx="9144000"/>
  <p:notesSz cx="6858000" cy="9144000"/>
  <p:embeddedFontLst>
    <p:embeddedFont>
      <p:font typeface="Montserrat SemiBold"/>
      <p:regular r:id="rId51"/>
      <p:bold r:id="rId52"/>
      <p:italic r:id="rId53"/>
      <p:boldItalic r:id="rId54"/>
    </p:embeddedFont>
    <p:embeddedFont>
      <p:font typeface="Montserrat"/>
      <p:regular r:id="rId55"/>
      <p:bold r:id="rId56"/>
      <p:italic r:id="rId57"/>
      <p:boldItalic r:id="rId58"/>
    </p:embeddedFont>
    <p:embeddedFont>
      <p:font typeface="Montserrat Medium"/>
      <p:regular r:id="rId59"/>
      <p:bold r:id="rId60"/>
      <p:italic r:id="rId61"/>
      <p:boldItalic r:id="rId6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737">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91B8845-A7A1-4929-A3A6-9EE9F56723A0}">
  <a:tblStyle styleId="{A91B8845-A7A1-4929-A3A6-9EE9F56723A0}"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737"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MontserratMedium-boldItalic.fntdata"/><Relationship Id="rId61" Type="http://schemas.openxmlformats.org/officeDocument/2006/relationships/font" Target="fonts/MontserratMedium-italic.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font" Target="fonts/MontserratMedium-bold.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MontserratSemiBold-regular.fntdata"/><Relationship Id="rId50" Type="http://schemas.openxmlformats.org/officeDocument/2006/relationships/slide" Target="slides/slide44.xml"/><Relationship Id="rId53" Type="http://schemas.openxmlformats.org/officeDocument/2006/relationships/font" Target="fonts/MontserratSemiBold-italic.fntdata"/><Relationship Id="rId52" Type="http://schemas.openxmlformats.org/officeDocument/2006/relationships/font" Target="fonts/MontserratSemiBold-bold.fntdata"/><Relationship Id="rId11" Type="http://schemas.openxmlformats.org/officeDocument/2006/relationships/slide" Target="slides/slide5.xml"/><Relationship Id="rId55" Type="http://schemas.openxmlformats.org/officeDocument/2006/relationships/font" Target="fonts/Montserrat-regular.fntdata"/><Relationship Id="rId10" Type="http://schemas.openxmlformats.org/officeDocument/2006/relationships/slide" Target="slides/slide4.xml"/><Relationship Id="rId54" Type="http://schemas.openxmlformats.org/officeDocument/2006/relationships/font" Target="fonts/MontserratSemiBold-boldItalic.fntdata"/><Relationship Id="rId13" Type="http://schemas.openxmlformats.org/officeDocument/2006/relationships/slide" Target="slides/slide7.xml"/><Relationship Id="rId57" Type="http://schemas.openxmlformats.org/officeDocument/2006/relationships/font" Target="fonts/Montserrat-italic.fntdata"/><Relationship Id="rId12" Type="http://schemas.openxmlformats.org/officeDocument/2006/relationships/slide" Target="slides/slide6.xml"/><Relationship Id="rId56" Type="http://schemas.openxmlformats.org/officeDocument/2006/relationships/font" Target="fonts/Montserrat-bold.fntdata"/><Relationship Id="rId15" Type="http://schemas.openxmlformats.org/officeDocument/2006/relationships/slide" Target="slides/slide9.xml"/><Relationship Id="rId59" Type="http://schemas.openxmlformats.org/officeDocument/2006/relationships/font" Target="fonts/MontserratMedium-regular.fntdata"/><Relationship Id="rId14" Type="http://schemas.openxmlformats.org/officeDocument/2006/relationships/slide" Target="slides/slide8.xml"/><Relationship Id="rId58" Type="http://schemas.openxmlformats.org/officeDocument/2006/relationships/font" Target="fonts/Montserrat-bold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149592eaf8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149592eaf8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149592eaf82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149592eaf82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149592eaf82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149592eaf82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149592eaf82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149592eaf82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149592eaf82_0_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149592eaf82_0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149592eaf82_0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149592eaf82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138b797bbdd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138b797bbdd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138b797bbdd_0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138b797bbdd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138b797bbdd_0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138b797bbdd_0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138b797bbdd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138b797bbdd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138b797bbdd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138b797bbdd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138b797bbdd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138b797bbdd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138b797bbdd_0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138b797bbdd_0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138c7262bd6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138c7262bd6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138b797bbdd_0_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138b797bbdd_0_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138b797bbdd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138b797bbdd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138c7262bd6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138c7262bd6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138c7262bd6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138c7262bd6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138c7262bd6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138c7262bd6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138c7262bd6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138c7262bd6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138c7262bd6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138c7262bd6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138c7262bd6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138c7262bd6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138c7262bd6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138c7262bd6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138c7262bd6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138c7262bd6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138c7262bd6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138c7262bd6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138c7262bd6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138c7262bd6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14b39f1d02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14b39f1d02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14b39f1d028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14b39f1d028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14b39f1d028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14b39f1d028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14b39f1d028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14b39f1d028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14b39f1d028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14b39f1d028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14b39f1d028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14b39f1d028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14b39f1d028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14b39f1d028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14b39f1d028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14b39f1d028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14b39f1d028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14b39f1d028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fea8c8a20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fea8c8a20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149592eaf82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149592eaf82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149592eaf82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9" name="Google Shape;399;g149592eaf82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fea8c8a20f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fea8c8a20f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138b797bbdd_0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138b797bbdd_0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149592eaf82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1" name="Google Shape;421;g149592eaf82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149592eaf82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7" name="Google Shape;427;g149592eaf82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149592eaf82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2" name="Google Shape;432;g149592eaf82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149592eaf82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7" name="Google Shape;437;g149592eaf82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1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image" Target="../media/image1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image" Target="../media/image1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image" Target="../media/image1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7.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1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4.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image" Target="../media/image1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image" Target="../media/image1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image" Target="../media/image1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con título y subtítulo" type="title">
  <p:cSld name="TITLE">
    <p:spTree>
      <p:nvGrpSpPr>
        <p:cNvPr id="9" name="Shape 9"/>
        <p:cNvGrpSpPr/>
        <p:nvPr/>
      </p:nvGrpSpPr>
      <p:grpSpPr>
        <a:xfrm>
          <a:off x="0" y="0"/>
          <a:ext cx="0" cy="0"/>
          <a:chOff x="0" y="0"/>
          <a:chExt cx="0" cy="0"/>
        </a:xfrm>
      </p:grpSpPr>
      <p:sp>
        <p:nvSpPr>
          <p:cNvPr id="10" name="Google Shape;10;p2"/>
          <p:cNvSpPr/>
          <p:nvPr/>
        </p:nvSpPr>
        <p:spPr>
          <a:xfrm>
            <a:off x="-13650" y="4328925"/>
            <a:ext cx="9171300" cy="8559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txBox="1"/>
          <p:nvPr>
            <p:ph type="ctrTitle"/>
          </p:nvPr>
        </p:nvSpPr>
        <p:spPr>
          <a:xfrm>
            <a:off x="311700" y="1226800"/>
            <a:ext cx="8520600" cy="1570500"/>
          </a:xfrm>
          <a:prstGeom prst="rect">
            <a:avLst/>
          </a:prstGeom>
        </p:spPr>
        <p:txBody>
          <a:bodyPr anchorCtr="0" anchor="b" bIns="91425" lIns="91425" spcFirstLastPara="1" rIns="91425" wrap="square" tIns="91425">
            <a:normAutofit/>
          </a:bodyPr>
          <a:lstStyle>
            <a:lvl1pPr lvl="0" algn="ctr">
              <a:spcBef>
                <a:spcPts val="0"/>
              </a:spcBef>
              <a:spcAft>
                <a:spcPts val="0"/>
              </a:spcAft>
              <a:buClr>
                <a:srgbClr val="333333"/>
              </a:buClr>
              <a:buSzPts val="4900"/>
              <a:buFont typeface="Montserrat"/>
              <a:buNone/>
              <a:defRPr b="1" sz="4900">
                <a:solidFill>
                  <a:srgbClr val="333333"/>
                </a:solidFill>
                <a:latin typeface="Montserrat"/>
                <a:ea typeface="Montserrat"/>
                <a:cs typeface="Montserrat"/>
                <a:sym typeface="Montserrat"/>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 name="Google Shape;12;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500"/>
              <a:buFont typeface="Montserrat Medium"/>
              <a:buNone/>
              <a:defRPr sz="2500">
                <a:latin typeface="Montserrat Medium"/>
                <a:ea typeface="Montserrat Medium"/>
                <a:cs typeface="Montserrat Medium"/>
                <a:sym typeface="Montserrat Medium"/>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pic>
        <p:nvPicPr>
          <p:cNvPr id="13" name="Google Shape;13;p2"/>
          <p:cNvPicPr preferRelativeResize="0"/>
          <p:nvPr/>
        </p:nvPicPr>
        <p:blipFill>
          <a:blip r:embed="rId2">
            <a:alphaModFix/>
          </a:blip>
          <a:stretch>
            <a:fillRect/>
          </a:stretch>
        </p:blipFill>
        <p:spPr>
          <a:xfrm>
            <a:off x="7910675" y="4073939"/>
            <a:ext cx="1365875" cy="1365875"/>
          </a:xfrm>
          <a:prstGeom prst="rect">
            <a:avLst/>
          </a:prstGeom>
          <a:noFill/>
          <a:ln>
            <a:noFill/>
          </a:ln>
        </p:spPr>
      </p:pic>
      <p:sp>
        <p:nvSpPr>
          <p:cNvPr id="14" name="Google Shape;14;p2"/>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 name="Google Shape;15;p2"/>
          <p:cNvPicPr preferRelativeResize="0"/>
          <p:nvPr/>
        </p:nvPicPr>
        <p:blipFill>
          <a:blip r:embed="rId3">
            <a:alphaModFix/>
          </a:blip>
          <a:stretch>
            <a:fillRect/>
          </a:stretch>
        </p:blipFill>
        <p:spPr>
          <a:xfrm>
            <a:off x="8155184" y="33947"/>
            <a:ext cx="876879" cy="399275"/>
          </a:xfrm>
          <a:prstGeom prst="rect">
            <a:avLst/>
          </a:prstGeom>
          <a:noFill/>
          <a:ln>
            <a:noFill/>
          </a:ln>
        </p:spPr>
      </p:pic>
      <p:pic>
        <p:nvPicPr>
          <p:cNvPr id="16" name="Google Shape;16;p2"/>
          <p:cNvPicPr preferRelativeResize="0"/>
          <p:nvPr/>
        </p:nvPicPr>
        <p:blipFill>
          <a:blip r:embed="rId4">
            <a:alphaModFix/>
          </a:blip>
          <a:stretch>
            <a:fillRect/>
          </a:stretch>
        </p:blipFill>
        <p:spPr>
          <a:xfrm>
            <a:off x="0" y="4264238"/>
            <a:ext cx="1163080" cy="792599"/>
          </a:xfrm>
          <a:prstGeom prst="rect">
            <a:avLst/>
          </a:prstGeom>
          <a:noFill/>
          <a:ln>
            <a:noFill/>
          </a:ln>
        </p:spPr>
      </p:pic>
    </p:spTree>
  </p:cSld>
  <p:clrMapOvr>
    <a:masterClrMapping/>
  </p:clrMapOvr>
  <p:extLst>
    <p:ext uri="{DCECCB84-F9BA-43D5-87BE-67443E8EF086}">
      <p15:sldGuideLst>
        <p15:guide id="1" pos="5413">
          <p15:clr>
            <a:srgbClr val="FA7B17"/>
          </p15:clr>
        </p15:guide>
        <p15:guide id="2" pos="347">
          <p15:clr>
            <a:srgbClr val="FA7B17"/>
          </p15:clr>
        </p15:guide>
        <p15:guide id="3" orient="horz" pos="2778">
          <p15:clr>
            <a:srgbClr val="FA7B17"/>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cepto destacado y explicación">
  <p:cSld name="TITLE_1">
    <p:spTree>
      <p:nvGrpSpPr>
        <p:cNvPr id="17" name="Shape 17"/>
        <p:cNvGrpSpPr/>
        <p:nvPr/>
      </p:nvGrpSpPr>
      <p:grpSpPr>
        <a:xfrm>
          <a:off x="0" y="0"/>
          <a:ext cx="0" cy="0"/>
          <a:chOff x="0" y="0"/>
          <a:chExt cx="0" cy="0"/>
        </a:xfrm>
      </p:grpSpPr>
      <p:sp>
        <p:nvSpPr>
          <p:cNvPr id="18" name="Google Shape;18;p3"/>
          <p:cNvSpPr/>
          <p:nvPr/>
        </p:nvSpPr>
        <p:spPr>
          <a:xfrm>
            <a:off x="-27250" y="-18175"/>
            <a:ext cx="9171300" cy="51618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txBox="1"/>
          <p:nvPr>
            <p:ph type="ctrTitle"/>
          </p:nvPr>
        </p:nvSpPr>
        <p:spPr>
          <a:xfrm>
            <a:off x="550375" y="7600"/>
            <a:ext cx="8043300" cy="15705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4000"/>
              <a:buFont typeface="Montserrat"/>
              <a:buNone/>
              <a:defRPr b="1" sz="4000">
                <a:solidFill>
                  <a:schemeClr val="lt1"/>
                </a:solidFill>
                <a:latin typeface="Montserrat"/>
                <a:ea typeface="Montserrat"/>
                <a:cs typeface="Montserrat"/>
                <a:sym typeface="Montserrat"/>
              </a:defRPr>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20" name="Google Shape;20;p3"/>
          <p:cNvSpPr txBox="1"/>
          <p:nvPr>
            <p:ph idx="1" type="subTitle"/>
          </p:nvPr>
        </p:nvSpPr>
        <p:spPr>
          <a:xfrm>
            <a:off x="550375" y="1614925"/>
            <a:ext cx="8043300" cy="26493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SzPts val="1700"/>
              <a:buFont typeface="Montserrat Medium"/>
              <a:buNone/>
              <a:defRPr sz="1700">
                <a:latin typeface="Montserrat Medium"/>
                <a:ea typeface="Montserrat Medium"/>
                <a:cs typeface="Montserrat Medium"/>
                <a:sym typeface="Montserrat Medium"/>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pic>
        <p:nvPicPr>
          <p:cNvPr id="21" name="Google Shape;21;p3"/>
          <p:cNvPicPr preferRelativeResize="0"/>
          <p:nvPr/>
        </p:nvPicPr>
        <p:blipFill>
          <a:blip r:embed="rId2">
            <a:alphaModFix/>
          </a:blip>
          <a:stretch>
            <a:fillRect/>
          </a:stretch>
        </p:blipFill>
        <p:spPr>
          <a:xfrm>
            <a:off x="7910675" y="4073939"/>
            <a:ext cx="1365875" cy="1365875"/>
          </a:xfrm>
          <a:prstGeom prst="rect">
            <a:avLst/>
          </a:prstGeom>
          <a:noFill/>
          <a:ln>
            <a:noFill/>
          </a:ln>
        </p:spPr>
      </p:pic>
      <p:pic>
        <p:nvPicPr>
          <p:cNvPr id="22" name="Google Shape;22;p3"/>
          <p:cNvPicPr preferRelativeResize="0"/>
          <p:nvPr/>
        </p:nvPicPr>
        <p:blipFill>
          <a:blip r:embed="rId3">
            <a:alphaModFix/>
          </a:blip>
          <a:stretch>
            <a:fillRect/>
          </a:stretch>
        </p:blipFill>
        <p:spPr>
          <a:xfrm>
            <a:off x="8155184" y="33947"/>
            <a:ext cx="876879" cy="399275"/>
          </a:xfrm>
          <a:prstGeom prst="rect">
            <a:avLst/>
          </a:prstGeom>
          <a:noFill/>
          <a:ln>
            <a:noFill/>
          </a:ln>
        </p:spPr>
      </p:pic>
      <p:pic>
        <p:nvPicPr>
          <p:cNvPr id="23" name="Google Shape;23;p3"/>
          <p:cNvPicPr preferRelativeResize="0"/>
          <p:nvPr/>
        </p:nvPicPr>
        <p:blipFill>
          <a:blip r:embed="rId4">
            <a:alphaModFix/>
          </a:blip>
          <a:stretch>
            <a:fillRect/>
          </a:stretch>
        </p:blipFill>
        <p:spPr>
          <a:xfrm>
            <a:off x="0" y="4264238"/>
            <a:ext cx="1163080" cy="792599"/>
          </a:xfrm>
          <a:prstGeom prst="rect">
            <a:avLst/>
          </a:prstGeom>
          <a:noFill/>
          <a:ln>
            <a:noFill/>
          </a:ln>
        </p:spPr>
      </p:pic>
    </p:spTree>
  </p:cSld>
  <p:clrMapOvr>
    <a:masterClrMapping/>
  </p:clrMapOvr>
  <p:extLst>
    <p:ext uri="{DCECCB84-F9BA-43D5-87BE-67443E8EF086}">
      <p15:sldGuideLst>
        <p15:guide id="1" pos="5413">
          <p15:clr>
            <a:srgbClr val="FA7B17"/>
          </p15:clr>
        </p15:guide>
        <p15:guide id="2" pos="347">
          <p15:clr>
            <a:srgbClr val="FA7B17"/>
          </p15:clr>
        </p15:guide>
        <p15:guide id="3" orient="horz" pos="2778">
          <p15:clr>
            <a:srgbClr val="FA7B17"/>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4" name="Shape 24"/>
        <p:cNvGrpSpPr/>
        <p:nvPr/>
      </p:nvGrpSpPr>
      <p:grpSpPr>
        <a:xfrm>
          <a:off x="0" y="0"/>
          <a:ext cx="0" cy="0"/>
          <a:chOff x="0" y="0"/>
          <a:chExt cx="0" cy="0"/>
        </a:xfrm>
      </p:grpSpPr>
      <p:sp>
        <p:nvSpPr>
          <p:cNvPr id="25" name="Google Shape;25;p4"/>
          <p:cNvSpPr txBox="1"/>
          <p:nvPr>
            <p:ph type="title"/>
          </p:nvPr>
        </p:nvSpPr>
        <p:spPr>
          <a:xfrm>
            <a:off x="3335100" y="1617575"/>
            <a:ext cx="5497200" cy="13752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700"/>
              <a:buFont typeface="Montserrat"/>
              <a:buNone/>
              <a:defRPr b="1" sz="3700">
                <a:latin typeface="Montserrat"/>
                <a:ea typeface="Montserrat"/>
                <a:cs typeface="Montserrat"/>
                <a:sym typeface="Montserrat"/>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pic>
        <p:nvPicPr>
          <p:cNvPr id="26" name="Google Shape;26;p4"/>
          <p:cNvPicPr preferRelativeResize="0"/>
          <p:nvPr/>
        </p:nvPicPr>
        <p:blipFill>
          <a:blip r:embed="rId2">
            <a:alphaModFix/>
          </a:blip>
          <a:stretch>
            <a:fillRect/>
          </a:stretch>
        </p:blipFill>
        <p:spPr>
          <a:xfrm>
            <a:off x="0" y="1290050"/>
            <a:ext cx="3040999" cy="2072300"/>
          </a:xfrm>
          <a:prstGeom prst="rect">
            <a:avLst/>
          </a:prstGeom>
          <a:noFill/>
          <a:ln>
            <a:noFill/>
          </a:ln>
        </p:spPr>
      </p:pic>
      <p:pic>
        <p:nvPicPr>
          <p:cNvPr id="27" name="Google Shape;27;p4"/>
          <p:cNvPicPr preferRelativeResize="0"/>
          <p:nvPr/>
        </p:nvPicPr>
        <p:blipFill>
          <a:blip r:embed="rId3">
            <a:alphaModFix/>
          </a:blip>
          <a:stretch>
            <a:fillRect/>
          </a:stretch>
        </p:blipFill>
        <p:spPr>
          <a:xfrm>
            <a:off x="8222877" y="4573625"/>
            <a:ext cx="741498" cy="399274"/>
          </a:xfrm>
          <a:prstGeom prst="rect">
            <a:avLst/>
          </a:prstGeom>
          <a:noFill/>
          <a:ln>
            <a:noFill/>
          </a:ln>
        </p:spPr>
      </p:pic>
      <p:sp>
        <p:nvSpPr>
          <p:cNvPr id="28" name="Google Shape;28;p4"/>
          <p:cNvSpPr txBox="1"/>
          <p:nvPr/>
        </p:nvSpPr>
        <p:spPr>
          <a:xfrm>
            <a:off x="3326000" y="3062475"/>
            <a:ext cx="5534400" cy="400200"/>
          </a:xfrm>
          <a:prstGeom prst="rect">
            <a:avLst/>
          </a:prstGeom>
          <a:noFill/>
          <a:ln>
            <a:noFill/>
          </a:ln>
        </p:spPr>
        <p:txBody>
          <a:bodyPr anchorCtr="0" anchor="ctr" bIns="91425" lIns="91425" spcFirstLastPara="1" rIns="91425" wrap="square" tIns="91425">
            <a:spAutoFit/>
          </a:bodyPr>
          <a:lstStyle/>
          <a:p>
            <a:pPr indent="0" lvl="0" marL="0" rtl="0" algn="l">
              <a:spcBef>
                <a:spcPts val="0"/>
              </a:spcBef>
              <a:spcAft>
                <a:spcPts val="0"/>
              </a:spcAft>
              <a:buNone/>
            </a:pPr>
            <a:r>
              <a:t/>
            </a:r>
            <a:endParaRPr>
              <a:latin typeface="Montserrat Medium"/>
              <a:ea typeface="Montserrat Medium"/>
              <a:cs typeface="Montserrat Medium"/>
              <a:sym typeface="Montserrat Medium"/>
            </a:endParaRPr>
          </a:p>
        </p:txBody>
      </p:sp>
      <p:sp>
        <p:nvSpPr>
          <p:cNvPr id="29" name="Google Shape;29;p4"/>
          <p:cNvSpPr txBox="1"/>
          <p:nvPr>
            <p:ph idx="1" type="subTitle"/>
          </p:nvPr>
        </p:nvSpPr>
        <p:spPr>
          <a:xfrm>
            <a:off x="3335025" y="2986525"/>
            <a:ext cx="55344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500"/>
              <a:buFont typeface="Montserrat Medium"/>
              <a:buNone/>
              <a:defRPr sz="2500">
                <a:latin typeface="Montserrat Medium"/>
                <a:ea typeface="Montserrat Medium"/>
                <a:cs typeface="Montserrat Medium"/>
                <a:sym typeface="Montserrat Medium"/>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30" name="Google Shape;30;p4"/>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1" name="Google Shape;31;p4"/>
          <p:cNvPicPr preferRelativeResize="0"/>
          <p:nvPr/>
        </p:nvPicPr>
        <p:blipFill>
          <a:blip r:embed="rId4">
            <a:alphaModFix/>
          </a:blip>
          <a:stretch>
            <a:fillRect/>
          </a:stretch>
        </p:blipFill>
        <p:spPr>
          <a:xfrm>
            <a:off x="8155184" y="33947"/>
            <a:ext cx="876879" cy="39927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2" name="Shape 32"/>
        <p:cNvGrpSpPr/>
        <p:nvPr/>
      </p:nvGrpSpPr>
      <p:grpSpPr>
        <a:xfrm>
          <a:off x="0" y="0"/>
          <a:ext cx="0" cy="0"/>
          <a:chOff x="0" y="0"/>
          <a:chExt cx="0" cy="0"/>
        </a:xfrm>
      </p:grpSpPr>
      <p:sp>
        <p:nvSpPr>
          <p:cNvPr id="33" name="Google Shape;33;p5"/>
          <p:cNvSpPr txBox="1"/>
          <p:nvPr>
            <p:ph type="title"/>
          </p:nvPr>
        </p:nvSpPr>
        <p:spPr>
          <a:xfrm>
            <a:off x="311700" y="597425"/>
            <a:ext cx="85032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700"/>
              <a:buFont typeface="Montserrat Medium"/>
              <a:buNone/>
              <a:defRPr sz="2700">
                <a:latin typeface="Montserrat Medium"/>
                <a:ea typeface="Montserrat Medium"/>
                <a:cs typeface="Montserrat Medium"/>
                <a:sym typeface="Montserrat Medium"/>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4" name="Google Shape;34;p5"/>
          <p:cNvSpPr txBox="1"/>
          <p:nvPr>
            <p:ph idx="1" type="body"/>
          </p:nvPr>
        </p:nvSpPr>
        <p:spPr>
          <a:xfrm>
            <a:off x="432025" y="1304875"/>
            <a:ext cx="8280000" cy="3318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Font typeface="Montserrat"/>
              <a:buChar char="●"/>
              <a:defRPr>
                <a:latin typeface="Montserrat"/>
                <a:ea typeface="Montserrat"/>
                <a:cs typeface="Montserrat"/>
                <a:sym typeface="Montserrat"/>
              </a:defRPr>
            </a:lvl1pPr>
            <a:lvl2pPr indent="-317500" lvl="1" marL="914400">
              <a:spcBef>
                <a:spcPts val="0"/>
              </a:spcBef>
              <a:spcAft>
                <a:spcPts val="0"/>
              </a:spcAft>
              <a:buSzPts val="1400"/>
              <a:buFont typeface="Montserrat"/>
              <a:buChar char="○"/>
              <a:defRPr>
                <a:latin typeface="Montserrat"/>
                <a:ea typeface="Montserrat"/>
                <a:cs typeface="Montserrat"/>
                <a:sym typeface="Montserrat"/>
              </a:defRPr>
            </a:lvl2pPr>
            <a:lvl3pPr indent="-317500" lvl="2" marL="1371600">
              <a:spcBef>
                <a:spcPts val="0"/>
              </a:spcBef>
              <a:spcAft>
                <a:spcPts val="0"/>
              </a:spcAft>
              <a:buSzPts val="1400"/>
              <a:buFont typeface="Montserrat"/>
              <a:buChar char="■"/>
              <a:defRPr>
                <a:latin typeface="Montserrat"/>
                <a:ea typeface="Montserrat"/>
                <a:cs typeface="Montserrat"/>
                <a:sym typeface="Montserrat"/>
              </a:defRPr>
            </a:lvl3pPr>
            <a:lvl4pPr indent="-317500" lvl="3" marL="1828800">
              <a:spcBef>
                <a:spcPts val="0"/>
              </a:spcBef>
              <a:spcAft>
                <a:spcPts val="0"/>
              </a:spcAft>
              <a:buSzPts val="1400"/>
              <a:buFont typeface="Montserrat"/>
              <a:buChar char="●"/>
              <a:defRPr>
                <a:latin typeface="Montserrat"/>
                <a:ea typeface="Montserrat"/>
                <a:cs typeface="Montserrat"/>
                <a:sym typeface="Montserrat"/>
              </a:defRPr>
            </a:lvl4pPr>
            <a:lvl5pPr indent="-317500" lvl="4" marL="2286000">
              <a:spcBef>
                <a:spcPts val="0"/>
              </a:spcBef>
              <a:spcAft>
                <a:spcPts val="0"/>
              </a:spcAft>
              <a:buSzPts val="1400"/>
              <a:buFont typeface="Montserrat"/>
              <a:buChar char="○"/>
              <a:defRPr>
                <a:latin typeface="Montserrat"/>
                <a:ea typeface="Montserrat"/>
                <a:cs typeface="Montserrat"/>
                <a:sym typeface="Montserrat"/>
              </a:defRPr>
            </a:lvl5pPr>
            <a:lvl6pPr indent="-317500" lvl="5" marL="2743200">
              <a:spcBef>
                <a:spcPts val="0"/>
              </a:spcBef>
              <a:spcAft>
                <a:spcPts val="0"/>
              </a:spcAft>
              <a:buSzPts val="1400"/>
              <a:buFont typeface="Montserrat"/>
              <a:buChar char="■"/>
              <a:defRPr>
                <a:latin typeface="Montserrat"/>
                <a:ea typeface="Montserrat"/>
                <a:cs typeface="Montserrat"/>
                <a:sym typeface="Montserrat"/>
              </a:defRPr>
            </a:lvl6pPr>
            <a:lvl7pPr indent="-317500" lvl="6" marL="3200400">
              <a:spcBef>
                <a:spcPts val="0"/>
              </a:spcBef>
              <a:spcAft>
                <a:spcPts val="0"/>
              </a:spcAft>
              <a:buSzPts val="1400"/>
              <a:buFont typeface="Montserrat"/>
              <a:buChar char="●"/>
              <a:defRPr>
                <a:latin typeface="Montserrat"/>
                <a:ea typeface="Montserrat"/>
                <a:cs typeface="Montserrat"/>
                <a:sym typeface="Montserrat"/>
              </a:defRPr>
            </a:lvl7pPr>
            <a:lvl8pPr indent="-317500" lvl="7" marL="3657600">
              <a:spcBef>
                <a:spcPts val="0"/>
              </a:spcBef>
              <a:spcAft>
                <a:spcPts val="0"/>
              </a:spcAft>
              <a:buSzPts val="1400"/>
              <a:buFont typeface="Montserrat"/>
              <a:buChar char="○"/>
              <a:defRPr>
                <a:latin typeface="Montserrat"/>
                <a:ea typeface="Montserrat"/>
                <a:cs typeface="Montserrat"/>
                <a:sym typeface="Montserrat"/>
              </a:defRPr>
            </a:lvl8pPr>
            <a:lvl9pPr indent="-317500" lvl="8" marL="4114800">
              <a:spcBef>
                <a:spcPts val="0"/>
              </a:spcBef>
              <a:spcAft>
                <a:spcPts val="0"/>
              </a:spcAft>
              <a:buSzPts val="1400"/>
              <a:buFont typeface="Montserrat"/>
              <a:buChar char="■"/>
              <a:defRPr>
                <a:latin typeface="Montserrat"/>
                <a:ea typeface="Montserrat"/>
                <a:cs typeface="Montserrat"/>
                <a:sym typeface="Montserrat"/>
              </a:defRPr>
            </a:lvl9pPr>
          </a:lstStyle>
          <a:p/>
        </p:txBody>
      </p:sp>
      <p:pic>
        <p:nvPicPr>
          <p:cNvPr id="35" name="Google Shape;35;p5"/>
          <p:cNvPicPr preferRelativeResize="0"/>
          <p:nvPr/>
        </p:nvPicPr>
        <p:blipFill>
          <a:blip r:embed="rId2">
            <a:alphaModFix/>
          </a:blip>
          <a:stretch>
            <a:fillRect/>
          </a:stretch>
        </p:blipFill>
        <p:spPr>
          <a:xfrm>
            <a:off x="8078975" y="4699100"/>
            <a:ext cx="558475" cy="300725"/>
          </a:xfrm>
          <a:prstGeom prst="rect">
            <a:avLst/>
          </a:prstGeom>
          <a:noFill/>
          <a:ln>
            <a:noFill/>
          </a:ln>
        </p:spPr>
      </p:pic>
      <p:sp>
        <p:nvSpPr>
          <p:cNvPr id="36" name="Google Shape;36;p5"/>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7" name="Google Shape;37;p5"/>
          <p:cNvPicPr preferRelativeResize="0"/>
          <p:nvPr/>
        </p:nvPicPr>
        <p:blipFill>
          <a:blip r:embed="rId3">
            <a:alphaModFix/>
          </a:blip>
          <a:stretch>
            <a:fillRect/>
          </a:stretch>
        </p:blipFill>
        <p:spPr>
          <a:xfrm>
            <a:off x="8155184" y="33947"/>
            <a:ext cx="876879" cy="399275"/>
          </a:xfrm>
          <a:prstGeom prst="rect">
            <a:avLst/>
          </a:prstGeom>
          <a:noFill/>
          <a:ln>
            <a:noFill/>
          </a:ln>
        </p:spPr>
      </p:pic>
      <p:pic>
        <p:nvPicPr>
          <p:cNvPr id="38" name="Google Shape;38;p5"/>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72">
          <p15:clr>
            <a:srgbClr val="FA7B17"/>
          </p15:clr>
        </p15:guide>
        <p15:guide id="2" pos="5488">
          <p15:clr>
            <a:srgbClr val="FA7B17"/>
          </p15:clr>
        </p15:guide>
        <p15:guide id="3" orient="horz" pos="2960">
          <p15:clr>
            <a:srgbClr val="FA7B17"/>
          </p15:clr>
        </p15:guide>
        <p15:guide id="4" orient="horz" pos="3149">
          <p15:clr>
            <a:srgbClr val="FA7B17"/>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9" name="Shape 39"/>
        <p:cNvGrpSpPr/>
        <p:nvPr/>
      </p:nvGrpSpPr>
      <p:grpSpPr>
        <a:xfrm>
          <a:off x="0" y="0"/>
          <a:ext cx="0" cy="0"/>
          <a:chOff x="0" y="0"/>
          <a:chExt cx="0" cy="0"/>
        </a:xfrm>
      </p:grpSpPr>
      <p:sp>
        <p:nvSpPr>
          <p:cNvPr id="40" name="Google Shape;40;p6"/>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6"/>
          <p:cNvSpPr txBox="1"/>
          <p:nvPr>
            <p:ph type="title"/>
          </p:nvPr>
        </p:nvSpPr>
        <p:spPr>
          <a:xfrm>
            <a:off x="311700" y="5974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Font typeface="Montserrat Medium"/>
              <a:buNone/>
              <a:defRPr>
                <a:latin typeface="Montserrat Medium"/>
                <a:ea typeface="Montserrat Medium"/>
                <a:cs typeface="Montserrat Medium"/>
                <a:sym typeface="Montserrat Medium"/>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2" name="Google Shape;42;p6"/>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Font typeface="Montserrat"/>
              <a:buChar char="●"/>
              <a:defRPr sz="1400">
                <a:latin typeface="Montserrat"/>
                <a:ea typeface="Montserrat"/>
                <a:cs typeface="Montserrat"/>
                <a:sym typeface="Montserrat"/>
              </a:defRPr>
            </a:lvl1pPr>
            <a:lvl2pPr indent="-304800" lvl="1" marL="914400">
              <a:spcBef>
                <a:spcPts val="0"/>
              </a:spcBef>
              <a:spcAft>
                <a:spcPts val="0"/>
              </a:spcAft>
              <a:buSzPts val="1200"/>
              <a:buFont typeface="Montserrat"/>
              <a:buChar char="○"/>
              <a:defRPr sz="1200">
                <a:latin typeface="Montserrat"/>
                <a:ea typeface="Montserrat"/>
                <a:cs typeface="Montserrat"/>
                <a:sym typeface="Montserrat"/>
              </a:defRPr>
            </a:lvl2pPr>
            <a:lvl3pPr indent="-304800" lvl="2" marL="1371600">
              <a:spcBef>
                <a:spcPts val="0"/>
              </a:spcBef>
              <a:spcAft>
                <a:spcPts val="0"/>
              </a:spcAft>
              <a:buSzPts val="1200"/>
              <a:buFont typeface="Montserrat"/>
              <a:buChar char="■"/>
              <a:defRPr sz="1200">
                <a:latin typeface="Montserrat"/>
                <a:ea typeface="Montserrat"/>
                <a:cs typeface="Montserrat"/>
                <a:sym typeface="Montserrat"/>
              </a:defRPr>
            </a:lvl3pPr>
            <a:lvl4pPr indent="-304800" lvl="3" marL="1828800">
              <a:spcBef>
                <a:spcPts val="0"/>
              </a:spcBef>
              <a:spcAft>
                <a:spcPts val="0"/>
              </a:spcAft>
              <a:buSzPts val="1200"/>
              <a:buFont typeface="Montserrat"/>
              <a:buChar char="●"/>
              <a:defRPr sz="1200">
                <a:latin typeface="Montserrat"/>
                <a:ea typeface="Montserrat"/>
                <a:cs typeface="Montserrat"/>
                <a:sym typeface="Montserrat"/>
              </a:defRPr>
            </a:lvl4pPr>
            <a:lvl5pPr indent="-304800" lvl="4" marL="2286000">
              <a:spcBef>
                <a:spcPts val="0"/>
              </a:spcBef>
              <a:spcAft>
                <a:spcPts val="0"/>
              </a:spcAft>
              <a:buSzPts val="1200"/>
              <a:buFont typeface="Montserrat"/>
              <a:buChar char="○"/>
              <a:defRPr sz="1200">
                <a:latin typeface="Montserrat"/>
                <a:ea typeface="Montserrat"/>
                <a:cs typeface="Montserrat"/>
                <a:sym typeface="Montserrat"/>
              </a:defRPr>
            </a:lvl5pPr>
            <a:lvl6pPr indent="-304800" lvl="5" marL="2743200">
              <a:spcBef>
                <a:spcPts val="0"/>
              </a:spcBef>
              <a:spcAft>
                <a:spcPts val="0"/>
              </a:spcAft>
              <a:buSzPts val="1200"/>
              <a:buFont typeface="Montserrat"/>
              <a:buChar char="■"/>
              <a:defRPr sz="1200">
                <a:latin typeface="Montserrat"/>
                <a:ea typeface="Montserrat"/>
                <a:cs typeface="Montserrat"/>
                <a:sym typeface="Montserrat"/>
              </a:defRPr>
            </a:lvl6pPr>
            <a:lvl7pPr indent="-304800" lvl="6" marL="3200400">
              <a:spcBef>
                <a:spcPts val="0"/>
              </a:spcBef>
              <a:spcAft>
                <a:spcPts val="0"/>
              </a:spcAft>
              <a:buSzPts val="1200"/>
              <a:buFont typeface="Montserrat"/>
              <a:buChar char="●"/>
              <a:defRPr sz="1200">
                <a:latin typeface="Montserrat"/>
                <a:ea typeface="Montserrat"/>
                <a:cs typeface="Montserrat"/>
                <a:sym typeface="Montserrat"/>
              </a:defRPr>
            </a:lvl7pPr>
            <a:lvl8pPr indent="-304800" lvl="7" marL="3657600">
              <a:spcBef>
                <a:spcPts val="0"/>
              </a:spcBef>
              <a:spcAft>
                <a:spcPts val="0"/>
              </a:spcAft>
              <a:buSzPts val="1200"/>
              <a:buFont typeface="Montserrat"/>
              <a:buChar char="○"/>
              <a:defRPr sz="1200">
                <a:latin typeface="Montserrat"/>
                <a:ea typeface="Montserrat"/>
                <a:cs typeface="Montserrat"/>
                <a:sym typeface="Montserrat"/>
              </a:defRPr>
            </a:lvl8pPr>
            <a:lvl9pPr indent="-304800" lvl="8" marL="4114800">
              <a:spcBef>
                <a:spcPts val="0"/>
              </a:spcBef>
              <a:spcAft>
                <a:spcPts val="0"/>
              </a:spcAft>
              <a:buSzPts val="1200"/>
              <a:buFont typeface="Montserrat"/>
              <a:buChar char="■"/>
              <a:defRPr sz="1200">
                <a:latin typeface="Montserrat"/>
                <a:ea typeface="Montserrat"/>
                <a:cs typeface="Montserrat"/>
                <a:sym typeface="Montserrat"/>
              </a:defRPr>
            </a:lvl9pPr>
          </a:lstStyle>
          <a:p/>
        </p:txBody>
      </p:sp>
      <p:sp>
        <p:nvSpPr>
          <p:cNvPr id="43" name="Google Shape;43;p6"/>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Font typeface="Montserrat"/>
              <a:buChar char="●"/>
              <a:defRPr sz="1400">
                <a:latin typeface="Montserrat"/>
                <a:ea typeface="Montserrat"/>
                <a:cs typeface="Montserrat"/>
                <a:sym typeface="Montserrat"/>
              </a:defRPr>
            </a:lvl1pPr>
            <a:lvl2pPr indent="-304800" lvl="1" marL="914400">
              <a:spcBef>
                <a:spcPts val="0"/>
              </a:spcBef>
              <a:spcAft>
                <a:spcPts val="0"/>
              </a:spcAft>
              <a:buSzPts val="1200"/>
              <a:buFont typeface="Montserrat"/>
              <a:buChar char="○"/>
              <a:defRPr sz="1200">
                <a:latin typeface="Montserrat"/>
                <a:ea typeface="Montserrat"/>
                <a:cs typeface="Montserrat"/>
                <a:sym typeface="Montserrat"/>
              </a:defRPr>
            </a:lvl2pPr>
            <a:lvl3pPr indent="-304800" lvl="2" marL="1371600">
              <a:spcBef>
                <a:spcPts val="0"/>
              </a:spcBef>
              <a:spcAft>
                <a:spcPts val="0"/>
              </a:spcAft>
              <a:buSzPts val="1200"/>
              <a:buFont typeface="Montserrat"/>
              <a:buChar char="■"/>
              <a:defRPr sz="1200">
                <a:latin typeface="Montserrat"/>
                <a:ea typeface="Montserrat"/>
                <a:cs typeface="Montserrat"/>
                <a:sym typeface="Montserrat"/>
              </a:defRPr>
            </a:lvl3pPr>
            <a:lvl4pPr indent="-304800" lvl="3" marL="1828800">
              <a:spcBef>
                <a:spcPts val="0"/>
              </a:spcBef>
              <a:spcAft>
                <a:spcPts val="0"/>
              </a:spcAft>
              <a:buSzPts val="1200"/>
              <a:buFont typeface="Montserrat"/>
              <a:buChar char="●"/>
              <a:defRPr sz="1200">
                <a:latin typeface="Montserrat"/>
                <a:ea typeface="Montserrat"/>
                <a:cs typeface="Montserrat"/>
                <a:sym typeface="Montserrat"/>
              </a:defRPr>
            </a:lvl4pPr>
            <a:lvl5pPr indent="-304800" lvl="4" marL="2286000">
              <a:spcBef>
                <a:spcPts val="0"/>
              </a:spcBef>
              <a:spcAft>
                <a:spcPts val="0"/>
              </a:spcAft>
              <a:buSzPts val="1200"/>
              <a:buFont typeface="Montserrat"/>
              <a:buChar char="○"/>
              <a:defRPr sz="1200">
                <a:latin typeface="Montserrat"/>
                <a:ea typeface="Montserrat"/>
                <a:cs typeface="Montserrat"/>
                <a:sym typeface="Montserrat"/>
              </a:defRPr>
            </a:lvl5pPr>
            <a:lvl6pPr indent="-304800" lvl="5" marL="2743200">
              <a:spcBef>
                <a:spcPts val="0"/>
              </a:spcBef>
              <a:spcAft>
                <a:spcPts val="0"/>
              </a:spcAft>
              <a:buSzPts val="1200"/>
              <a:buFont typeface="Montserrat"/>
              <a:buChar char="■"/>
              <a:defRPr sz="1200">
                <a:latin typeface="Montserrat"/>
                <a:ea typeface="Montserrat"/>
                <a:cs typeface="Montserrat"/>
                <a:sym typeface="Montserrat"/>
              </a:defRPr>
            </a:lvl6pPr>
            <a:lvl7pPr indent="-304800" lvl="6" marL="3200400">
              <a:spcBef>
                <a:spcPts val="0"/>
              </a:spcBef>
              <a:spcAft>
                <a:spcPts val="0"/>
              </a:spcAft>
              <a:buSzPts val="1200"/>
              <a:buFont typeface="Montserrat"/>
              <a:buChar char="●"/>
              <a:defRPr sz="1200">
                <a:latin typeface="Montserrat"/>
                <a:ea typeface="Montserrat"/>
                <a:cs typeface="Montserrat"/>
                <a:sym typeface="Montserrat"/>
              </a:defRPr>
            </a:lvl7pPr>
            <a:lvl8pPr indent="-304800" lvl="7" marL="3657600">
              <a:spcBef>
                <a:spcPts val="0"/>
              </a:spcBef>
              <a:spcAft>
                <a:spcPts val="0"/>
              </a:spcAft>
              <a:buSzPts val="1200"/>
              <a:buFont typeface="Montserrat"/>
              <a:buChar char="○"/>
              <a:defRPr sz="1200">
                <a:latin typeface="Montserrat"/>
                <a:ea typeface="Montserrat"/>
                <a:cs typeface="Montserrat"/>
                <a:sym typeface="Montserrat"/>
              </a:defRPr>
            </a:lvl8pPr>
            <a:lvl9pPr indent="-304800" lvl="8" marL="4114800">
              <a:spcBef>
                <a:spcPts val="0"/>
              </a:spcBef>
              <a:spcAft>
                <a:spcPts val="0"/>
              </a:spcAft>
              <a:buSzPts val="1200"/>
              <a:buFont typeface="Montserrat"/>
              <a:buChar char="■"/>
              <a:defRPr sz="1200">
                <a:latin typeface="Montserrat"/>
                <a:ea typeface="Montserrat"/>
                <a:cs typeface="Montserrat"/>
                <a:sym typeface="Montserrat"/>
              </a:defRPr>
            </a:lvl9pPr>
          </a:lstStyle>
          <a:p/>
        </p:txBody>
      </p:sp>
      <p:pic>
        <p:nvPicPr>
          <p:cNvPr id="44" name="Google Shape;44;p6"/>
          <p:cNvPicPr preferRelativeResize="0"/>
          <p:nvPr/>
        </p:nvPicPr>
        <p:blipFill>
          <a:blip r:embed="rId2">
            <a:alphaModFix/>
          </a:blip>
          <a:stretch>
            <a:fillRect/>
          </a:stretch>
        </p:blipFill>
        <p:spPr>
          <a:xfrm>
            <a:off x="8155184" y="33947"/>
            <a:ext cx="876879" cy="399275"/>
          </a:xfrm>
          <a:prstGeom prst="rect">
            <a:avLst/>
          </a:prstGeom>
          <a:noFill/>
          <a:ln>
            <a:noFill/>
          </a:ln>
        </p:spPr>
      </p:pic>
      <p:pic>
        <p:nvPicPr>
          <p:cNvPr id="45" name="Google Shape;45;p6"/>
          <p:cNvPicPr preferRelativeResize="0"/>
          <p:nvPr/>
        </p:nvPicPr>
        <p:blipFill>
          <a:blip r:embed="rId3">
            <a:alphaModFix/>
          </a:blip>
          <a:stretch>
            <a:fillRect/>
          </a:stretch>
        </p:blipFill>
        <p:spPr>
          <a:xfrm>
            <a:off x="8078975" y="4699100"/>
            <a:ext cx="558475" cy="300725"/>
          </a:xfrm>
          <a:prstGeom prst="rect">
            <a:avLst/>
          </a:prstGeom>
          <a:noFill/>
          <a:ln>
            <a:noFill/>
          </a:ln>
        </p:spPr>
      </p:pic>
      <p:pic>
        <p:nvPicPr>
          <p:cNvPr id="46" name="Google Shape;46;p6"/>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ágenes o gráficos" type="titleOnly">
  <p:cSld name="TITLE_ONLY">
    <p:spTree>
      <p:nvGrpSpPr>
        <p:cNvPr id="47" name="Shape 47"/>
        <p:cNvGrpSpPr/>
        <p:nvPr/>
      </p:nvGrpSpPr>
      <p:grpSpPr>
        <a:xfrm>
          <a:off x="0" y="0"/>
          <a:ext cx="0" cy="0"/>
          <a:chOff x="0" y="0"/>
          <a:chExt cx="0" cy="0"/>
        </a:xfrm>
      </p:grpSpPr>
      <p:sp>
        <p:nvSpPr>
          <p:cNvPr id="48" name="Google Shape;48;p7"/>
          <p:cNvSpPr txBox="1"/>
          <p:nvPr>
            <p:ph type="title"/>
          </p:nvPr>
        </p:nvSpPr>
        <p:spPr>
          <a:xfrm>
            <a:off x="311700" y="-12175"/>
            <a:ext cx="77490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500"/>
              <a:buFont typeface="Montserrat Medium"/>
              <a:buNone/>
              <a:defRPr sz="2500">
                <a:latin typeface="Montserrat Medium"/>
                <a:ea typeface="Montserrat Medium"/>
                <a:cs typeface="Montserrat Medium"/>
                <a:sym typeface="Montserrat Medium"/>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49" name="Google Shape;49;p7"/>
          <p:cNvPicPr preferRelativeResize="0"/>
          <p:nvPr/>
        </p:nvPicPr>
        <p:blipFill>
          <a:blip r:embed="rId2">
            <a:alphaModFix/>
          </a:blip>
          <a:stretch>
            <a:fillRect/>
          </a:stretch>
        </p:blipFill>
        <p:spPr>
          <a:xfrm>
            <a:off x="8155184" y="33947"/>
            <a:ext cx="876879" cy="399275"/>
          </a:xfrm>
          <a:prstGeom prst="rect">
            <a:avLst/>
          </a:prstGeom>
          <a:noFill/>
          <a:ln>
            <a:noFill/>
          </a:ln>
        </p:spPr>
      </p:pic>
      <p:pic>
        <p:nvPicPr>
          <p:cNvPr id="50" name="Google Shape;50;p7"/>
          <p:cNvPicPr preferRelativeResize="0"/>
          <p:nvPr/>
        </p:nvPicPr>
        <p:blipFill>
          <a:blip r:embed="rId3">
            <a:alphaModFix/>
          </a:blip>
          <a:stretch>
            <a:fillRect/>
          </a:stretch>
        </p:blipFill>
        <p:spPr>
          <a:xfrm>
            <a:off x="8078975" y="4699100"/>
            <a:ext cx="558475" cy="300725"/>
          </a:xfrm>
          <a:prstGeom prst="rect">
            <a:avLst/>
          </a:prstGeom>
          <a:noFill/>
          <a:ln>
            <a:noFill/>
          </a:ln>
        </p:spPr>
      </p:pic>
      <p:pic>
        <p:nvPicPr>
          <p:cNvPr id="51" name="Google Shape;51;p7"/>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2" name="Shape 52"/>
        <p:cNvGrpSpPr/>
        <p:nvPr/>
      </p:nvGrpSpPr>
      <p:grpSpPr>
        <a:xfrm>
          <a:off x="0" y="0"/>
          <a:ext cx="0" cy="0"/>
          <a:chOff x="0" y="0"/>
          <a:chExt cx="0" cy="0"/>
        </a:xfrm>
      </p:grpSpPr>
      <p:sp>
        <p:nvSpPr>
          <p:cNvPr id="53" name="Google Shape;53;p8"/>
          <p:cNvSpPr/>
          <p:nvPr/>
        </p:nvSpPr>
        <p:spPr>
          <a:xfrm>
            <a:off x="-27250" y="-18175"/>
            <a:ext cx="9171300" cy="51618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8"/>
          <p:cNvSpPr txBox="1"/>
          <p:nvPr>
            <p:ph type="title"/>
          </p:nvPr>
        </p:nvSpPr>
        <p:spPr>
          <a:xfrm>
            <a:off x="490250" y="450150"/>
            <a:ext cx="8061000" cy="3762900"/>
          </a:xfrm>
          <a:prstGeom prst="rect">
            <a:avLst/>
          </a:prstGeom>
        </p:spPr>
        <p:txBody>
          <a:bodyPr anchorCtr="0" anchor="ctr" bIns="91425" lIns="91425" spcFirstLastPara="1" rIns="91425" wrap="square" tIns="91425">
            <a:normAutofit/>
          </a:bodyPr>
          <a:lstStyle>
            <a:lvl1pPr lvl="0">
              <a:spcBef>
                <a:spcPts val="0"/>
              </a:spcBef>
              <a:spcAft>
                <a:spcPts val="0"/>
              </a:spcAft>
              <a:buClr>
                <a:srgbClr val="414141"/>
              </a:buClr>
              <a:buSzPts val="4000"/>
              <a:buFont typeface="Montserrat"/>
              <a:buNone/>
              <a:defRPr b="1" sz="4000">
                <a:solidFill>
                  <a:srgbClr val="414141"/>
                </a:solidFill>
                <a:latin typeface="Montserrat"/>
                <a:ea typeface="Montserrat"/>
                <a:cs typeface="Montserrat"/>
                <a:sym typeface="Montserrat"/>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55" name="Google Shape;55;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pic>
        <p:nvPicPr>
          <p:cNvPr id="56" name="Google Shape;56;p8"/>
          <p:cNvPicPr preferRelativeResize="0"/>
          <p:nvPr/>
        </p:nvPicPr>
        <p:blipFill>
          <a:blip r:embed="rId2">
            <a:alphaModFix/>
          </a:blip>
          <a:stretch>
            <a:fillRect/>
          </a:stretch>
        </p:blipFill>
        <p:spPr>
          <a:xfrm>
            <a:off x="8155184" y="33947"/>
            <a:ext cx="876879" cy="399275"/>
          </a:xfrm>
          <a:prstGeom prst="rect">
            <a:avLst/>
          </a:prstGeom>
          <a:noFill/>
          <a:ln>
            <a:noFill/>
          </a:ln>
        </p:spPr>
      </p:pic>
      <p:pic>
        <p:nvPicPr>
          <p:cNvPr id="57" name="Google Shape;57;p8"/>
          <p:cNvPicPr preferRelativeResize="0"/>
          <p:nvPr/>
        </p:nvPicPr>
        <p:blipFill>
          <a:blip r:embed="rId3">
            <a:alphaModFix/>
          </a:blip>
          <a:stretch>
            <a:fillRect/>
          </a:stretch>
        </p:blipFill>
        <p:spPr>
          <a:xfrm>
            <a:off x="7910675" y="4073939"/>
            <a:ext cx="1365875" cy="1365875"/>
          </a:xfrm>
          <a:prstGeom prst="rect">
            <a:avLst/>
          </a:prstGeom>
          <a:noFill/>
          <a:ln>
            <a:noFill/>
          </a:ln>
        </p:spPr>
      </p:pic>
      <p:pic>
        <p:nvPicPr>
          <p:cNvPr id="58" name="Google Shape;58;p8"/>
          <p:cNvPicPr preferRelativeResize="0"/>
          <p:nvPr/>
        </p:nvPicPr>
        <p:blipFill>
          <a:blip r:embed="rId4">
            <a:alphaModFix/>
          </a:blip>
          <a:stretch>
            <a:fillRect/>
          </a:stretch>
        </p:blipFill>
        <p:spPr>
          <a:xfrm>
            <a:off x="0" y="4264238"/>
            <a:ext cx="1163080" cy="792599"/>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jercicios e imagen">
  <p:cSld name="SECTION_TITLE_AND_DESCRIPTION">
    <p:spTree>
      <p:nvGrpSpPr>
        <p:cNvPr id="59" name="Shape 59"/>
        <p:cNvGrpSpPr/>
        <p:nvPr/>
      </p:nvGrpSpPr>
      <p:grpSpPr>
        <a:xfrm>
          <a:off x="0" y="0"/>
          <a:ext cx="0" cy="0"/>
          <a:chOff x="0" y="0"/>
          <a:chExt cx="0" cy="0"/>
        </a:xfrm>
      </p:grpSpPr>
      <p:sp>
        <p:nvSpPr>
          <p:cNvPr id="60" name="Google Shape;60;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9"/>
          <p:cNvSpPr txBox="1"/>
          <p:nvPr>
            <p:ph type="title"/>
          </p:nvPr>
        </p:nvSpPr>
        <p:spPr>
          <a:xfrm>
            <a:off x="265500" y="7759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Font typeface="Montserrat"/>
              <a:buNone/>
              <a:defRPr sz="3800">
                <a:latin typeface="Montserrat"/>
                <a:ea typeface="Montserrat"/>
                <a:cs typeface="Montserrat"/>
                <a:sym typeface="Montserrat"/>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62" name="Google Shape;62;p9"/>
          <p:cNvSpPr txBox="1"/>
          <p:nvPr>
            <p:ph idx="1" type="subTitle"/>
          </p:nvPr>
        </p:nvSpPr>
        <p:spPr>
          <a:xfrm>
            <a:off x="265500" y="24982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Font typeface="Montserrat"/>
              <a:buNone/>
              <a:defRPr sz="2100">
                <a:latin typeface="Montserrat"/>
                <a:ea typeface="Montserrat"/>
                <a:cs typeface="Montserrat"/>
                <a:sym typeface="Montserrat"/>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3" name="Google Shape;63;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
        <p:nvSpPr>
          <p:cNvPr id="64" name="Google Shape;64;p9"/>
          <p:cNvSpPr/>
          <p:nvPr/>
        </p:nvSpPr>
        <p:spPr>
          <a:xfrm>
            <a:off x="4572150" y="-18175"/>
            <a:ext cx="4572000" cy="51618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5" name="Google Shape;65;p9"/>
          <p:cNvPicPr preferRelativeResize="0"/>
          <p:nvPr/>
        </p:nvPicPr>
        <p:blipFill>
          <a:blip r:embed="rId2">
            <a:alphaModFix/>
          </a:blip>
          <a:stretch>
            <a:fillRect/>
          </a:stretch>
        </p:blipFill>
        <p:spPr>
          <a:xfrm>
            <a:off x="8155184" y="33947"/>
            <a:ext cx="876879" cy="399275"/>
          </a:xfrm>
          <a:prstGeom prst="rect">
            <a:avLst/>
          </a:prstGeom>
          <a:noFill/>
          <a:ln>
            <a:noFill/>
          </a:ln>
        </p:spPr>
      </p:pic>
      <p:pic>
        <p:nvPicPr>
          <p:cNvPr id="66" name="Google Shape;66;p9"/>
          <p:cNvPicPr preferRelativeResize="0"/>
          <p:nvPr/>
        </p:nvPicPr>
        <p:blipFill>
          <a:blip r:embed="rId3">
            <a:alphaModFix/>
          </a:blip>
          <a:stretch>
            <a:fillRect/>
          </a:stretch>
        </p:blipFill>
        <p:spPr>
          <a:xfrm>
            <a:off x="3506975" y="4699100"/>
            <a:ext cx="558475" cy="300725"/>
          </a:xfrm>
          <a:prstGeom prst="rect">
            <a:avLst/>
          </a:prstGeom>
          <a:noFill/>
          <a:ln>
            <a:noFill/>
          </a:ln>
        </p:spPr>
      </p:pic>
      <p:pic>
        <p:nvPicPr>
          <p:cNvPr id="67" name="Google Shape;67;p9"/>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itas">
  <p:cSld name="CAPTION_ONLY">
    <p:spTree>
      <p:nvGrpSpPr>
        <p:cNvPr id="68" name="Shape 68"/>
        <p:cNvGrpSpPr/>
        <p:nvPr/>
      </p:nvGrpSpPr>
      <p:grpSpPr>
        <a:xfrm>
          <a:off x="0" y="0"/>
          <a:ext cx="0" cy="0"/>
          <a:chOff x="0" y="0"/>
          <a:chExt cx="0" cy="0"/>
        </a:xfrm>
      </p:grpSpPr>
      <p:sp>
        <p:nvSpPr>
          <p:cNvPr id="69" name="Google Shape;69;p10"/>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0"/>
          <p:cNvSpPr txBox="1"/>
          <p:nvPr>
            <p:ph idx="1" type="body"/>
          </p:nvPr>
        </p:nvSpPr>
        <p:spPr>
          <a:xfrm>
            <a:off x="433800" y="1715975"/>
            <a:ext cx="8203800" cy="14820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000"/>
              <a:buFont typeface="Montserrat"/>
              <a:buNone/>
              <a:defRPr i="1" sz="2000">
                <a:latin typeface="Montserrat"/>
                <a:ea typeface="Montserrat"/>
                <a:cs typeface="Montserrat"/>
                <a:sym typeface="Montserrat"/>
              </a:defRPr>
            </a:lvl1pPr>
          </a:lstStyle>
          <a:p/>
        </p:txBody>
      </p:sp>
      <p:pic>
        <p:nvPicPr>
          <p:cNvPr id="71" name="Google Shape;71;p10"/>
          <p:cNvPicPr preferRelativeResize="0"/>
          <p:nvPr/>
        </p:nvPicPr>
        <p:blipFill>
          <a:blip r:embed="rId2">
            <a:alphaModFix/>
          </a:blip>
          <a:stretch>
            <a:fillRect/>
          </a:stretch>
        </p:blipFill>
        <p:spPr>
          <a:xfrm>
            <a:off x="127225" y="906000"/>
            <a:ext cx="1429649" cy="936662"/>
          </a:xfrm>
          <a:prstGeom prst="rect">
            <a:avLst/>
          </a:prstGeom>
          <a:noFill/>
          <a:ln>
            <a:noFill/>
          </a:ln>
        </p:spPr>
      </p:pic>
      <p:pic>
        <p:nvPicPr>
          <p:cNvPr id="72" name="Google Shape;72;p10"/>
          <p:cNvPicPr preferRelativeResize="0"/>
          <p:nvPr/>
        </p:nvPicPr>
        <p:blipFill>
          <a:blip r:embed="rId3">
            <a:alphaModFix/>
          </a:blip>
          <a:stretch>
            <a:fillRect/>
          </a:stretch>
        </p:blipFill>
        <p:spPr>
          <a:xfrm>
            <a:off x="7632800" y="2758064"/>
            <a:ext cx="1385650" cy="907836"/>
          </a:xfrm>
          <a:prstGeom prst="rect">
            <a:avLst/>
          </a:prstGeom>
          <a:noFill/>
          <a:ln>
            <a:noFill/>
          </a:ln>
        </p:spPr>
      </p:pic>
      <p:sp>
        <p:nvSpPr>
          <p:cNvPr id="73" name="Google Shape;73;p10"/>
          <p:cNvSpPr txBox="1"/>
          <p:nvPr/>
        </p:nvSpPr>
        <p:spPr>
          <a:xfrm>
            <a:off x="432025" y="3792225"/>
            <a:ext cx="8401800" cy="400200"/>
          </a:xfrm>
          <a:prstGeom prst="rect">
            <a:avLst/>
          </a:prstGeom>
          <a:noFill/>
          <a:ln>
            <a:noFill/>
          </a:ln>
        </p:spPr>
        <p:txBody>
          <a:bodyPr anchorCtr="0" anchor="ctr" bIns="91425" lIns="91425" spcFirstLastPara="1" rIns="91425" wrap="square" tIns="91425">
            <a:spAutoFit/>
          </a:bodyPr>
          <a:lstStyle/>
          <a:p>
            <a:pPr indent="0" lvl="0" marL="0" rtl="0" algn="l">
              <a:spcBef>
                <a:spcPts val="0"/>
              </a:spcBef>
              <a:spcAft>
                <a:spcPts val="0"/>
              </a:spcAft>
              <a:buNone/>
            </a:pPr>
            <a:r>
              <a:rPr b="1" lang="es">
                <a:solidFill>
                  <a:schemeClr val="dk1"/>
                </a:solidFill>
                <a:latin typeface="Montserrat"/>
                <a:ea typeface="Montserrat"/>
                <a:cs typeface="Montserrat"/>
                <a:sym typeface="Montserrat"/>
              </a:rPr>
              <a:t>Autor/as/es:</a:t>
            </a:r>
            <a:endParaRPr b="1">
              <a:solidFill>
                <a:schemeClr val="dk1"/>
              </a:solidFill>
              <a:latin typeface="Montserrat"/>
              <a:ea typeface="Montserrat"/>
              <a:cs typeface="Montserrat"/>
              <a:sym typeface="Montserrat"/>
            </a:endParaRPr>
          </a:p>
        </p:txBody>
      </p:sp>
      <p:pic>
        <p:nvPicPr>
          <p:cNvPr id="74" name="Google Shape;74;p10"/>
          <p:cNvPicPr preferRelativeResize="0"/>
          <p:nvPr/>
        </p:nvPicPr>
        <p:blipFill>
          <a:blip r:embed="rId4">
            <a:alphaModFix/>
          </a:blip>
          <a:stretch>
            <a:fillRect/>
          </a:stretch>
        </p:blipFill>
        <p:spPr>
          <a:xfrm>
            <a:off x="8155184" y="33947"/>
            <a:ext cx="876879" cy="399275"/>
          </a:xfrm>
          <a:prstGeom prst="rect">
            <a:avLst/>
          </a:prstGeom>
          <a:noFill/>
          <a:ln>
            <a:noFill/>
          </a:ln>
        </p:spPr>
      </p:pic>
      <p:pic>
        <p:nvPicPr>
          <p:cNvPr id="75" name="Google Shape;75;p10"/>
          <p:cNvPicPr preferRelativeResize="0"/>
          <p:nvPr/>
        </p:nvPicPr>
        <p:blipFill>
          <a:blip r:embed="rId5">
            <a:alphaModFix/>
          </a:blip>
          <a:stretch>
            <a:fillRect/>
          </a:stretch>
        </p:blipFill>
        <p:spPr>
          <a:xfrm>
            <a:off x="8078975" y="4699100"/>
            <a:ext cx="558475" cy="300725"/>
          </a:xfrm>
          <a:prstGeom prst="rect">
            <a:avLst/>
          </a:prstGeom>
          <a:noFill/>
          <a:ln>
            <a:noFill/>
          </a:ln>
        </p:spPr>
      </p:pic>
      <p:sp>
        <p:nvSpPr>
          <p:cNvPr id="76" name="Google Shape;76;p10"/>
          <p:cNvSpPr txBox="1"/>
          <p:nvPr>
            <p:ph type="title"/>
          </p:nvPr>
        </p:nvSpPr>
        <p:spPr>
          <a:xfrm>
            <a:off x="1766475" y="3773600"/>
            <a:ext cx="7145100" cy="300600"/>
          </a:xfrm>
          <a:prstGeom prst="rect">
            <a:avLst/>
          </a:prstGeom>
        </p:spPr>
        <p:txBody>
          <a:bodyPr anchorCtr="0" anchor="t" bIns="91425" lIns="91425" spcFirstLastPara="1" rIns="91425" wrap="square" tIns="91425">
            <a:normAutofit/>
          </a:bodyPr>
          <a:lstStyle>
            <a:lvl1pPr lvl="0" rtl="0">
              <a:spcBef>
                <a:spcPts val="0"/>
              </a:spcBef>
              <a:spcAft>
                <a:spcPts val="0"/>
              </a:spcAft>
              <a:buSzPts val="1500"/>
              <a:buFont typeface="Montserrat Medium"/>
              <a:buNone/>
              <a:defRPr sz="1500">
                <a:latin typeface="Montserrat Medium"/>
                <a:ea typeface="Montserrat Medium"/>
                <a:cs typeface="Montserrat Medium"/>
                <a:sym typeface="Montserrat Medium"/>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7" name="Google Shape;77;p10"/>
          <p:cNvSpPr txBox="1"/>
          <p:nvPr>
            <p:ph idx="2" type="title"/>
          </p:nvPr>
        </p:nvSpPr>
        <p:spPr>
          <a:xfrm>
            <a:off x="432025" y="83275"/>
            <a:ext cx="7145100" cy="399300"/>
          </a:xfrm>
          <a:prstGeom prst="rect">
            <a:avLst/>
          </a:prstGeom>
        </p:spPr>
        <p:txBody>
          <a:bodyPr anchorCtr="0" anchor="t" bIns="91425" lIns="91425" spcFirstLastPara="1" rIns="91425" wrap="square" tIns="91425">
            <a:normAutofit/>
          </a:bodyPr>
          <a:lstStyle>
            <a:lvl1pPr lvl="0" rtl="0">
              <a:spcBef>
                <a:spcPts val="0"/>
              </a:spcBef>
              <a:spcAft>
                <a:spcPts val="0"/>
              </a:spcAft>
              <a:buSzPts val="1500"/>
              <a:buFont typeface="Montserrat SemiBold"/>
              <a:buNone/>
              <a:defRPr sz="1500">
                <a:latin typeface="Montserrat SemiBold"/>
                <a:ea typeface="Montserrat SemiBold"/>
                <a:cs typeface="Montserrat SemiBold"/>
                <a:sym typeface="Montserrat Semi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78" name="Google Shape;78;p10"/>
          <p:cNvPicPr preferRelativeResize="0"/>
          <p:nvPr/>
        </p:nvPicPr>
        <p:blipFill rotWithShape="1">
          <a:blip r:embed="rId6">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72">
          <p15:clr>
            <a:srgbClr val="FA7B17"/>
          </p15:clr>
        </p15:guide>
        <p15:guide id="2" pos="5441">
          <p15:clr>
            <a:srgbClr val="FA7B17"/>
          </p15:clr>
        </p15:guide>
        <p15:guide id="3" orient="horz" pos="2551">
          <p15:clr>
            <a:srgbClr val="FA7B17"/>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tarea y consigna">
  <p:cSld name="BIG_NUMBER">
    <p:spTree>
      <p:nvGrpSpPr>
        <p:cNvPr id="79" name="Shape 79"/>
        <p:cNvGrpSpPr/>
        <p:nvPr/>
      </p:nvGrpSpPr>
      <p:grpSpPr>
        <a:xfrm>
          <a:off x="0" y="0"/>
          <a:ext cx="0" cy="0"/>
          <a:chOff x="0" y="0"/>
          <a:chExt cx="0" cy="0"/>
        </a:xfrm>
      </p:grpSpPr>
      <p:sp>
        <p:nvSpPr>
          <p:cNvPr id="80" name="Google Shape;80;p11"/>
          <p:cNvSpPr/>
          <p:nvPr/>
        </p:nvSpPr>
        <p:spPr>
          <a:xfrm>
            <a:off x="-13650" y="4328925"/>
            <a:ext cx="9171300" cy="8559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pic>
        <p:nvPicPr>
          <p:cNvPr id="82" name="Google Shape;82;p11"/>
          <p:cNvPicPr preferRelativeResize="0"/>
          <p:nvPr/>
        </p:nvPicPr>
        <p:blipFill>
          <a:blip r:embed="rId2">
            <a:alphaModFix/>
          </a:blip>
          <a:stretch>
            <a:fillRect/>
          </a:stretch>
        </p:blipFill>
        <p:spPr>
          <a:xfrm>
            <a:off x="4026135" y="4508338"/>
            <a:ext cx="1091725" cy="497100"/>
          </a:xfrm>
          <a:prstGeom prst="rect">
            <a:avLst/>
          </a:prstGeom>
          <a:noFill/>
          <a:ln>
            <a:noFill/>
          </a:ln>
        </p:spPr>
      </p:pic>
      <p:pic>
        <p:nvPicPr>
          <p:cNvPr id="83" name="Google Shape;83;p11"/>
          <p:cNvPicPr preferRelativeResize="0"/>
          <p:nvPr/>
        </p:nvPicPr>
        <p:blipFill>
          <a:blip r:embed="rId3">
            <a:alphaModFix/>
          </a:blip>
          <a:stretch>
            <a:fillRect/>
          </a:stretch>
        </p:blipFill>
        <p:spPr>
          <a:xfrm>
            <a:off x="0" y="4264238"/>
            <a:ext cx="1163080" cy="792599"/>
          </a:xfrm>
          <a:prstGeom prst="rect">
            <a:avLst/>
          </a:prstGeom>
          <a:noFill/>
          <a:ln>
            <a:noFill/>
          </a:ln>
        </p:spPr>
      </p:pic>
      <p:pic>
        <p:nvPicPr>
          <p:cNvPr id="84" name="Google Shape;84;p11"/>
          <p:cNvPicPr preferRelativeResize="0"/>
          <p:nvPr/>
        </p:nvPicPr>
        <p:blipFill>
          <a:blip r:embed="rId4">
            <a:alphaModFix/>
          </a:blip>
          <a:stretch>
            <a:fillRect/>
          </a:stretch>
        </p:blipFill>
        <p:spPr>
          <a:xfrm>
            <a:off x="7910675" y="4073939"/>
            <a:ext cx="1365875" cy="1365875"/>
          </a:xfrm>
          <a:prstGeom prst="rect">
            <a:avLst/>
          </a:prstGeom>
          <a:noFill/>
          <a:ln>
            <a:noFill/>
          </a:ln>
        </p:spPr>
      </p:pic>
      <p:sp>
        <p:nvSpPr>
          <p:cNvPr id="85" name="Google Shape;85;p11"/>
          <p:cNvSpPr txBox="1"/>
          <p:nvPr>
            <p:ph type="title"/>
          </p:nvPr>
        </p:nvSpPr>
        <p:spPr>
          <a:xfrm>
            <a:off x="432025" y="187325"/>
            <a:ext cx="7982100" cy="497100"/>
          </a:xfrm>
          <a:prstGeom prst="rect">
            <a:avLst/>
          </a:prstGeom>
        </p:spPr>
        <p:txBody>
          <a:bodyPr anchorCtr="0" anchor="ctr" bIns="91425" lIns="91425" spcFirstLastPara="1" rIns="91425" wrap="square" tIns="91425">
            <a:normAutofit/>
          </a:bodyPr>
          <a:lstStyle>
            <a:lvl1pPr lvl="0" rtl="0">
              <a:spcBef>
                <a:spcPts val="0"/>
              </a:spcBef>
              <a:spcAft>
                <a:spcPts val="0"/>
              </a:spcAft>
              <a:buSzPts val="2600"/>
              <a:buFont typeface="Montserrat Medium"/>
              <a:buNone/>
              <a:defRPr sz="2600">
                <a:latin typeface="Montserrat Medium"/>
                <a:ea typeface="Montserrat Medium"/>
                <a:cs typeface="Montserrat Medium"/>
                <a:sym typeface="Montserrat Medium"/>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86" name="Google Shape;86;p11"/>
          <p:cNvSpPr txBox="1"/>
          <p:nvPr>
            <p:ph idx="1" type="body"/>
          </p:nvPr>
        </p:nvSpPr>
        <p:spPr>
          <a:xfrm>
            <a:off x="432025" y="847675"/>
            <a:ext cx="8280000" cy="33180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Font typeface="Montserrat"/>
              <a:buChar char="●"/>
              <a:defRPr>
                <a:latin typeface="Montserrat"/>
                <a:ea typeface="Montserrat"/>
                <a:cs typeface="Montserrat"/>
                <a:sym typeface="Montserrat"/>
              </a:defRPr>
            </a:lvl1pPr>
            <a:lvl2pPr indent="-317500" lvl="1" marL="914400" rtl="0">
              <a:spcBef>
                <a:spcPts val="0"/>
              </a:spcBef>
              <a:spcAft>
                <a:spcPts val="0"/>
              </a:spcAft>
              <a:buSzPts val="1400"/>
              <a:buFont typeface="Montserrat"/>
              <a:buChar char="○"/>
              <a:defRPr>
                <a:latin typeface="Montserrat"/>
                <a:ea typeface="Montserrat"/>
                <a:cs typeface="Montserrat"/>
                <a:sym typeface="Montserrat"/>
              </a:defRPr>
            </a:lvl2pPr>
            <a:lvl3pPr indent="-317500" lvl="2" marL="1371600" rtl="0">
              <a:spcBef>
                <a:spcPts val="0"/>
              </a:spcBef>
              <a:spcAft>
                <a:spcPts val="0"/>
              </a:spcAft>
              <a:buSzPts val="1400"/>
              <a:buFont typeface="Montserrat"/>
              <a:buChar char="■"/>
              <a:defRPr>
                <a:latin typeface="Montserrat"/>
                <a:ea typeface="Montserrat"/>
                <a:cs typeface="Montserrat"/>
                <a:sym typeface="Montserrat"/>
              </a:defRPr>
            </a:lvl3pPr>
            <a:lvl4pPr indent="-317500" lvl="3" marL="1828800" rtl="0">
              <a:spcBef>
                <a:spcPts val="0"/>
              </a:spcBef>
              <a:spcAft>
                <a:spcPts val="0"/>
              </a:spcAft>
              <a:buSzPts val="1400"/>
              <a:buFont typeface="Montserrat"/>
              <a:buChar char="●"/>
              <a:defRPr>
                <a:latin typeface="Montserrat"/>
                <a:ea typeface="Montserrat"/>
                <a:cs typeface="Montserrat"/>
                <a:sym typeface="Montserrat"/>
              </a:defRPr>
            </a:lvl4pPr>
            <a:lvl5pPr indent="-317500" lvl="4" marL="2286000" rtl="0">
              <a:spcBef>
                <a:spcPts val="0"/>
              </a:spcBef>
              <a:spcAft>
                <a:spcPts val="0"/>
              </a:spcAft>
              <a:buSzPts val="1400"/>
              <a:buFont typeface="Montserrat"/>
              <a:buChar char="○"/>
              <a:defRPr>
                <a:latin typeface="Montserrat"/>
                <a:ea typeface="Montserrat"/>
                <a:cs typeface="Montserrat"/>
                <a:sym typeface="Montserrat"/>
              </a:defRPr>
            </a:lvl5pPr>
            <a:lvl6pPr indent="-317500" lvl="5" marL="2743200" rtl="0">
              <a:spcBef>
                <a:spcPts val="0"/>
              </a:spcBef>
              <a:spcAft>
                <a:spcPts val="0"/>
              </a:spcAft>
              <a:buSzPts val="1400"/>
              <a:buFont typeface="Montserrat"/>
              <a:buChar char="■"/>
              <a:defRPr>
                <a:latin typeface="Montserrat"/>
                <a:ea typeface="Montserrat"/>
                <a:cs typeface="Montserrat"/>
                <a:sym typeface="Montserrat"/>
              </a:defRPr>
            </a:lvl6pPr>
            <a:lvl7pPr indent="-317500" lvl="6" marL="3200400" rtl="0">
              <a:spcBef>
                <a:spcPts val="0"/>
              </a:spcBef>
              <a:spcAft>
                <a:spcPts val="0"/>
              </a:spcAft>
              <a:buSzPts val="1400"/>
              <a:buFont typeface="Montserrat"/>
              <a:buChar char="●"/>
              <a:defRPr>
                <a:latin typeface="Montserrat"/>
                <a:ea typeface="Montserrat"/>
                <a:cs typeface="Montserrat"/>
                <a:sym typeface="Montserrat"/>
              </a:defRPr>
            </a:lvl7pPr>
            <a:lvl8pPr indent="-317500" lvl="7" marL="3657600" rtl="0">
              <a:spcBef>
                <a:spcPts val="0"/>
              </a:spcBef>
              <a:spcAft>
                <a:spcPts val="0"/>
              </a:spcAft>
              <a:buSzPts val="1400"/>
              <a:buFont typeface="Montserrat"/>
              <a:buChar char="○"/>
              <a:defRPr>
                <a:latin typeface="Montserrat"/>
                <a:ea typeface="Montserrat"/>
                <a:cs typeface="Montserrat"/>
                <a:sym typeface="Montserrat"/>
              </a:defRPr>
            </a:lvl8pPr>
            <a:lvl9pPr indent="-317500" lvl="8" marL="4114800" rtl="0">
              <a:spcBef>
                <a:spcPts val="0"/>
              </a:spcBef>
              <a:spcAft>
                <a:spcPts val="0"/>
              </a:spcAft>
              <a:buSzPts val="1400"/>
              <a:buFont typeface="Montserrat"/>
              <a:buChar char="■"/>
              <a:defRPr>
                <a:latin typeface="Montserrat"/>
                <a:ea typeface="Montserrat"/>
                <a:cs typeface="Montserrat"/>
                <a:sym typeface="Montserrat"/>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portante o recordatorio" type="blank">
  <p:cSld name="BLANK">
    <p:spTree>
      <p:nvGrpSpPr>
        <p:cNvPr id="87" name="Shape 87"/>
        <p:cNvGrpSpPr/>
        <p:nvPr/>
      </p:nvGrpSpPr>
      <p:grpSpPr>
        <a:xfrm>
          <a:off x="0" y="0"/>
          <a:ext cx="0" cy="0"/>
          <a:chOff x="0" y="0"/>
          <a:chExt cx="0" cy="0"/>
        </a:xfrm>
      </p:grpSpPr>
      <p:sp>
        <p:nvSpPr>
          <p:cNvPr id="88" name="Google Shape;88;p12"/>
          <p:cNvSpPr/>
          <p:nvPr/>
        </p:nvSpPr>
        <p:spPr>
          <a:xfrm>
            <a:off x="-13650" y="-5775"/>
            <a:ext cx="9171300" cy="8559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9" name="Google Shape;89;p12"/>
          <p:cNvPicPr preferRelativeResize="0"/>
          <p:nvPr/>
        </p:nvPicPr>
        <p:blipFill>
          <a:blip r:embed="rId2">
            <a:alphaModFix/>
          </a:blip>
          <a:stretch>
            <a:fillRect/>
          </a:stretch>
        </p:blipFill>
        <p:spPr>
          <a:xfrm>
            <a:off x="7910675" y="-260761"/>
            <a:ext cx="1365875" cy="1365875"/>
          </a:xfrm>
          <a:prstGeom prst="rect">
            <a:avLst/>
          </a:prstGeom>
          <a:noFill/>
          <a:ln>
            <a:noFill/>
          </a:ln>
        </p:spPr>
      </p:pic>
      <p:pic>
        <p:nvPicPr>
          <p:cNvPr id="90" name="Google Shape;90;p12"/>
          <p:cNvPicPr preferRelativeResize="0"/>
          <p:nvPr/>
        </p:nvPicPr>
        <p:blipFill>
          <a:blip r:embed="rId3">
            <a:alphaModFix/>
          </a:blip>
          <a:stretch>
            <a:fillRect/>
          </a:stretch>
        </p:blipFill>
        <p:spPr>
          <a:xfrm>
            <a:off x="0" y="5738"/>
            <a:ext cx="1163080" cy="792599"/>
          </a:xfrm>
          <a:prstGeom prst="rect">
            <a:avLst/>
          </a:prstGeom>
          <a:noFill/>
          <a:ln>
            <a:noFill/>
          </a:ln>
        </p:spPr>
      </p:pic>
      <p:pic>
        <p:nvPicPr>
          <p:cNvPr id="91" name="Google Shape;91;p12"/>
          <p:cNvPicPr preferRelativeResize="0"/>
          <p:nvPr/>
        </p:nvPicPr>
        <p:blipFill>
          <a:blip r:embed="rId4">
            <a:alphaModFix/>
          </a:blip>
          <a:stretch>
            <a:fillRect/>
          </a:stretch>
        </p:blipFill>
        <p:spPr>
          <a:xfrm>
            <a:off x="4026135" y="164938"/>
            <a:ext cx="1091725" cy="497100"/>
          </a:xfrm>
          <a:prstGeom prst="rect">
            <a:avLst/>
          </a:prstGeom>
          <a:noFill/>
          <a:ln>
            <a:noFill/>
          </a:ln>
        </p:spPr>
      </p:pic>
      <p:sp>
        <p:nvSpPr>
          <p:cNvPr id="92" name="Google Shape;92;p12"/>
          <p:cNvSpPr txBox="1"/>
          <p:nvPr>
            <p:ph type="title"/>
          </p:nvPr>
        </p:nvSpPr>
        <p:spPr>
          <a:xfrm>
            <a:off x="490250" y="1135950"/>
            <a:ext cx="8097300" cy="3623700"/>
          </a:xfrm>
          <a:prstGeom prst="rect">
            <a:avLst/>
          </a:prstGeom>
        </p:spPr>
        <p:txBody>
          <a:bodyPr anchorCtr="0" anchor="ctr" bIns="91425" lIns="91425" spcFirstLastPara="1" rIns="91425" wrap="square" tIns="91425">
            <a:normAutofit/>
          </a:bodyPr>
          <a:lstStyle>
            <a:lvl1pPr lvl="0" rtl="0">
              <a:spcBef>
                <a:spcPts val="0"/>
              </a:spcBef>
              <a:spcAft>
                <a:spcPts val="0"/>
              </a:spcAft>
              <a:buClr>
                <a:srgbClr val="333333"/>
              </a:buClr>
              <a:buSzPts val="3700"/>
              <a:buFont typeface="Montserrat"/>
              <a:buNone/>
              <a:defRPr b="1" sz="3700">
                <a:solidFill>
                  <a:srgbClr val="333333"/>
                </a:solidFill>
                <a:latin typeface="Montserrat"/>
                <a:ea typeface="Montserrat"/>
                <a:cs typeface="Montserrat"/>
                <a:sym typeface="Montserrat"/>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ase 0">
  <p:cSld name="BLANK_1">
    <p:spTree>
      <p:nvGrpSpPr>
        <p:cNvPr id="93" name="Shape 93"/>
        <p:cNvGrpSpPr/>
        <p:nvPr/>
      </p:nvGrpSpPr>
      <p:grpSpPr>
        <a:xfrm>
          <a:off x="0" y="0"/>
          <a:ext cx="0" cy="0"/>
          <a:chOff x="0" y="0"/>
          <a:chExt cx="0" cy="0"/>
        </a:xfrm>
      </p:grpSpPr>
      <p:sp>
        <p:nvSpPr>
          <p:cNvPr id="94" name="Google Shape;94;p13"/>
          <p:cNvSpPr/>
          <p:nvPr/>
        </p:nvSpPr>
        <p:spPr>
          <a:xfrm>
            <a:off x="212425" y="1172325"/>
            <a:ext cx="8636100" cy="436800"/>
          </a:xfrm>
          <a:prstGeom prst="chevron">
            <a:avLst>
              <a:gd fmla="val 50000" name="adj"/>
            </a:avLst>
          </a:prstGeom>
          <a:solidFill>
            <a:srgbClr val="7685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D9D9D9"/>
              </a:solidFill>
              <a:latin typeface="Arial"/>
              <a:ea typeface="Arial"/>
              <a:cs typeface="Arial"/>
              <a:sym typeface="Arial"/>
            </a:endParaRPr>
          </a:p>
        </p:txBody>
      </p:sp>
      <p:sp>
        <p:nvSpPr>
          <p:cNvPr id="95" name="Google Shape;95;p13"/>
          <p:cNvSpPr/>
          <p:nvPr/>
        </p:nvSpPr>
        <p:spPr>
          <a:xfrm>
            <a:off x="3907500" y="792225"/>
            <a:ext cx="1176600" cy="1164600"/>
          </a:xfrm>
          <a:prstGeom prst="ellipse">
            <a:avLst/>
          </a:prstGeom>
          <a:solidFill>
            <a:srgbClr val="F1C2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13"/>
          <p:cNvSpPr/>
          <p:nvPr/>
        </p:nvSpPr>
        <p:spPr>
          <a:xfrm>
            <a:off x="6745000" y="808425"/>
            <a:ext cx="1176600" cy="1164600"/>
          </a:xfrm>
          <a:prstGeom prst="ellipse">
            <a:avLst/>
          </a:prstGeom>
          <a:solidFill>
            <a:srgbClr val="F9F9F9"/>
          </a:solid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13"/>
          <p:cNvSpPr txBox="1"/>
          <p:nvPr/>
        </p:nvSpPr>
        <p:spPr>
          <a:xfrm>
            <a:off x="3331525" y="2150250"/>
            <a:ext cx="2397900" cy="2121600"/>
          </a:xfrm>
          <a:prstGeom prst="rect">
            <a:avLst/>
          </a:prstGeom>
          <a:solidFill>
            <a:srgbClr val="F1C232"/>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98" name="Google Shape;98;p13"/>
          <p:cNvSpPr txBox="1"/>
          <p:nvPr/>
        </p:nvSpPr>
        <p:spPr>
          <a:xfrm>
            <a:off x="6134350" y="2150250"/>
            <a:ext cx="2397900" cy="21216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99" name="Google Shape;99;p13"/>
          <p:cNvSpPr txBox="1"/>
          <p:nvPr>
            <p:ph type="title"/>
          </p:nvPr>
        </p:nvSpPr>
        <p:spPr>
          <a:xfrm>
            <a:off x="3331525" y="2159925"/>
            <a:ext cx="2397900" cy="2121600"/>
          </a:xfrm>
          <a:prstGeom prst="rect">
            <a:avLst/>
          </a:prstGeom>
        </p:spPr>
        <p:txBody>
          <a:bodyPr anchorCtr="0" anchor="t" bIns="91425" lIns="91425" spcFirstLastPara="1" rIns="91425" wrap="square" tIns="91425">
            <a:normAutofit/>
          </a:bodyPr>
          <a:lstStyle>
            <a:lvl1pPr lvl="0" rtl="0">
              <a:spcBef>
                <a:spcPts val="0"/>
              </a:spcBef>
              <a:spcAft>
                <a:spcPts val="0"/>
              </a:spcAft>
              <a:buSzPts val="1000"/>
              <a:buFont typeface="Montserrat"/>
              <a:buNone/>
              <a:defRPr sz="1000">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0" name="Google Shape;100;p13"/>
          <p:cNvSpPr txBox="1"/>
          <p:nvPr>
            <p:ph idx="2" type="title"/>
          </p:nvPr>
        </p:nvSpPr>
        <p:spPr>
          <a:xfrm>
            <a:off x="6134350" y="2196275"/>
            <a:ext cx="2397900" cy="2075700"/>
          </a:xfrm>
          <a:prstGeom prst="rect">
            <a:avLst/>
          </a:prstGeom>
        </p:spPr>
        <p:txBody>
          <a:bodyPr anchorCtr="0" anchor="t" bIns="91425" lIns="91425" spcFirstLastPara="1" rIns="91425" wrap="square" tIns="91425">
            <a:normAutofit/>
          </a:bodyPr>
          <a:lstStyle>
            <a:lvl1pPr lvl="0" rtl="0">
              <a:spcBef>
                <a:spcPts val="0"/>
              </a:spcBef>
              <a:spcAft>
                <a:spcPts val="0"/>
              </a:spcAft>
              <a:buSzPts val="1000"/>
              <a:buFont typeface="Montserrat"/>
              <a:buNone/>
              <a:defRPr sz="1000">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1" name="Google Shape;101;p13"/>
          <p:cNvSpPr txBox="1"/>
          <p:nvPr>
            <p:ph idx="3" type="title"/>
          </p:nvPr>
        </p:nvSpPr>
        <p:spPr>
          <a:xfrm>
            <a:off x="4039950" y="1164225"/>
            <a:ext cx="911700" cy="3006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1400"/>
              <a:buFont typeface="Montserrat"/>
              <a:buNone/>
              <a:defRPr b="1" sz="1400">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2" name="Google Shape;102;p13"/>
          <p:cNvSpPr txBox="1"/>
          <p:nvPr>
            <p:ph idx="4" type="title"/>
          </p:nvPr>
        </p:nvSpPr>
        <p:spPr>
          <a:xfrm>
            <a:off x="6877450" y="1164225"/>
            <a:ext cx="911700" cy="300600"/>
          </a:xfrm>
          <a:prstGeom prst="rect">
            <a:avLst/>
          </a:prstGeom>
        </p:spPr>
        <p:txBody>
          <a:bodyPr anchorCtr="0" anchor="t" bIns="91425" lIns="91425" spcFirstLastPara="1" rIns="91425" wrap="square" tIns="91425">
            <a:normAutofit/>
          </a:bodyPr>
          <a:lstStyle>
            <a:lvl1pPr lvl="0" rtl="0" algn="ctr">
              <a:spcBef>
                <a:spcPts val="0"/>
              </a:spcBef>
              <a:spcAft>
                <a:spcPts val="0"/>
              </a:spcAft>
              <a:buClr>
                <a:srgbClr val="333333"/>
              </a:buClr>
              <a:buSzPts val="1400"/>
              <a:buFont typeface="Montserrat"/>
              <a:buNone/>
              <a:defRPr b="1" sz="1400">
                <a:solidFill>
                  <a:srgbClr val="333333"/>
                </a:solidFill>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3" name="Google Shape;103;p13"/>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4" name="Google Shape;104;p13"/>
          <p:cNvPicPr preferRelativeResize="0"/>
          <p:nvPr/>
        </p:nvPicPr>
        <p:blipFill>
          <a:blip r:embed="rId2">
            <a:alphaModFix/>
          </a:blip>
          <a:stretch>
            <a:fillRect/>
          </a:stretch>
        </p:blipFill>
        <p:spPr>
          <a:xfrm>
            <a:off x="8155184" y="33947"/>
            <a:ext cx="876879" cy="399275"/>
          </a:xfrm>
          <a:prstGeom prst="rect">
            <a:avLst/>
          </a:prstGeom>
          <a:noFill/>
          <a:ln>
            <a:noFill/>
          </a:ln>
        </p:spPr>
      </p:pic>
      <p:pic>
        <p:nvPicPr>
          <p:cNvPr id="105" name="Google Shape;105;p13"/>
          <p:cNvPicPr preferRelativeResize="0"/>
          <p:nvPr/>
        </p:nvPicPr>
        <p:blipFill>
          <a:blip r:embed="rId3">
            <a:alphaModFix/>
          </a:blip>
          <a:stretch>
            <a:fillRect/>
          </a:stretch>
        </p:blipFill>
        <p:spPr>
          <a:xfrm>
            <a:off x="8078975" y="4699100"/>
            <a:ext cx="558475" cy="300725"/>
          </a:xfrm>
          <a:prstGeom prst="rect">
            <a:avLst/>
          </a:prstGeom>
          <a:noFill/>
          <a:ln>
            <a:noFill/>
          </a:ln>
        </p:spPr>
      </p:pic>
      <p:pic>
        <p:nvPicPr>
          <p:cNvPr id="106" name="Google Shape;106;p13"/>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832">
          <p15:clr>
            <a:srgbClr val="FA7B17"/>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ase 2 - 37">
  <p:cSld name="BLANK_1_1">
    <p:spTree>
      <p:nvGrpSpPr>
        <p:cNvPr id="107" name="Shape 107"/>
        <p:cNvGrpSpPr/>
        <p:nvPr/>
      </p:nvGrpSpPr>
      <p:grpSpPr>
        <a:xfrm>
          <a:off x="0" y="0"/>
          <a:ext cx="0" cy="0"/>
          <a:chOff x="0" y="0"/>
          <a:chExt cx="0" cy="0"/>
        </a:xfrm>
      </p:grpSpPr>
      <p:sp>
        <p:nvSpPr>
          <p:cNvPr id="108" name="Google Shape;108;p14"/>
          <p:cNvSpPr/>
          <p:nvPr/>
        </p:nvSpPr>
        <p:spPr>
          <a:xfrm>
            <a:off x="212425" y="1172325"/>
            <a:ext cx="8636100" cy="436800"/>
          </a:xfrm>
          <a:prstGeom prst="chevron">
            <a:avLst>
              <a:gd fmla="val 50000" name="adj"/>
            </a:avLst>
          </a:prstGeom>
          <a:solidFill>
            <a:srgbClr val="7685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D9D9D9"/>
              </a:solidFill>
              <a:latin typeface="Arial"/>
              <a:ea typeface="Arial"/>
              <a:cs typeface="Arial"/>
              <a:sym typeface="Arial"/>
            </a:endParaRPr>
          </a:p>
        </p:txBody>
      </p:sp>
      <p:sp>
        <p:nvSpPr>
          <p:cNvPr id="109" name="Google Shape;109;p14"/>
          <p:cNvSpPr/>
          <p:nvPr/>
        </p:nvSpPr>
        <p:spPr>
          <a:xfrm>
            <a:off x="3907500" y="792225"/>
            <a:ext cx="1176600" cy="1164600"/>
          </a:xfrm>
          <a:prstGeom prst="ellipse">
            <a:avLst/>
          </a:prstGeom>
          <a:solidFill>
            <a:srgbClr val="F1C2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14"/>
          <p:cNvSpPr/>
          <p:nvPr/>
        </p:nvSpPr>
        <p:spPr>
          <a:xfrm>
            <a:off x="1139350" y="792225"/>
            <a:ext cx="1176600" cy="1164600"/>
          </a:xfrm>
          <a:prstGeom prst="ellipse">
            <a:avLst/>
          </a:prstGeom>
          <a:solidFill>
            <a:srgbClr val="F9F9F9"/>
          </a:solid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14"/>
          <p:cNvSpPr/>
          <p:nvPr/>
        </p:nvSpPr>
        <p:spPr>
          <a:xfrm>
            <a:off x="6745000" y="808425"/>
            <a:ext cx="1176600" cy="1164600"/>
          </a:xfrm>
          <a:prstGeom prst="ellipse">
            <a:avLst/>
          </a:prstGeom>
          <a:solidFill>
            <a:srgbClr val="F9F9F9"/>
          </a:solid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14"/>
          <p:cNvSpPr txBox="1"/>
          <p:nvPr/>
        </p:nvSpPr>
        <p:spPr>
          <a:xfrm>
            <a:off x="528700" y="2150250"/>
            <a:ext cx="2397900" cy="21312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13" name="Google Shape;113;p14"/>
          <p:cNvSpPr txBox="1"/>
          <p:nvPr/>
        </p:nvSpPr>
        <p:spPr>
          <a:xfrm>
            <a:off x="6134350" y="2150250"/>
            <a:ext cx="2397900" cy="21216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14" name="Google Shape;114;p14"/>
          <p:cNvSpPr txBox="1"/>
          <p:nvPr>
            <p:ph type="title"/>
          </p:nvPr>
        </p:nvSpPr>
        <p:spPr>
          <a:xfrm>
            <a:off x="1271800" y="1159375"/>
            <a:ext cx="911700" cy="300600"/>
          </a:xfrm>
          <a:prstGeom prst="rect">
            <a:avLst/>
          </a:prstGeom>
        </p:spPr>
        <p:txBody>
          <a:bodyPr anchorCtr="0" anchor="t" bIns="91425" lIns="91425" spcFirstLastPara="1" rIns="91425" wrap="square" tIns="91425">
            <a:normAutofit/>
          </a:bodyPr>
          <a:lstStyle>
            <a:lvl1pPr lvl="0" rtl="0" algn="ctr">
              <a:spcBef>
                <a:spcPts val="0"/>
              </a:spcBef>
              <a:spcAft>
                <a:spcPts val="0"/>
              </a:spcAft>
              <a:buClr>
                <a:srgbClr val="333333"/>
              </a:buClr>
              <a:buSzPts val="1400"/>
              <a:buFont typeface="Montserrat"/>
              <a:buNone/>
              <a:defRPr b="1" sz="1400">
                <a:solidFill>
                  <a:srgbClr val="333333"/>
                </a:solidFill>
                <a:latin typeface="Montserrat"/>
                <a:ea typeface="Montserrat"/>
                <a:cs typeface="Montserrat"/>
                <a:sym typeface="Montserrat"/>
              </a:defRPr>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p:txBody>
      </p:sp>
      <p:sp>
        <p:nvSpPr>
          <p:cNvPr id="115" name="Google Shape;115;p14"/>
          <p:cNvSpPr txBox="1"/>
          <p:nvPr>
            <p:ph idx="2" type="title"/>
          </p:nvPr>
        </p:nvSpPr>
        <p:spPr>
          <a:xfrm>
            <a:off x="3938175" y="1159375"/>
            <a:ext cx="1091700" cy="3006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1400"/>
              <a:buFont typeface="Montserrat"/>
              <a:buNone/>
              <a:defRPr b="1" sz="1400">
                <a:latin typeface="Montserrat"/>
                <a:ea typeface="Montserrat"/>
                <a:cs typeface="Montserrat"/>
                <a:sym typeface="Montserrat"/>
              </a:defRPr>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p:txBody>
      </p:sp>
      <p:sp>
        <p:nvSpPr>
          <p:cNvPr id="116" name="Google Shape;116;p14"/>
          <p:cNvSpPr txBox="1"/>
          <p:nvPr>
            <p:ph idx="3" type="title"/>
          </p:nvPr>
        </p:nvSpPr>
        <p:spPr>
          <a:xfrm>
            <a:off x="6877450" y="1159388"/>
            <a:ext cx="911700" cy="300600"/>
          </a:xfrm>
          <a:prstGeom prst="rect">
            <a:avLst/>
          </a:prstGeom>
        </p:spPr>
        <p:txBody>
          <a:bodyPr anchorCtr="0" anchor="t" bIns="91425" lIns="91425" spcFirstLastPara="1" rIns="91425" wrap="square" tIns="91425">
            <a:normAutofit/>
          </a:bodyPr>
          <a:lstStyle>
            <a:lvl1pPr lvl="0" rtl="0" algn="ctr">
              <a:spcBef>
                <a:spcPts val="0"/>
              </a:spcBef>
              <a:spcAft>
                <a:spcPts val="0"/>
              </a:spcAft>
              <a:buClr>
                <a:srgbClr val="333333"/>
              </a:buClr>
              <a:buSzPts val="1400"/>
              <a:buFont typeface="Montserrat"/>
              <a:buNone/>
              <a:defRPr b="1" sz="1400">
                <a:solidFill>
                  <a:srgbClr val="333333"/>
                </a:solidFill>
                <a:latin typeface="Montserrat"/>
                <a:ea typeface="Montserrat"/>
                <a:cs typeface="Montserrat"/>
                <a:sym typeface="Montserrat"/>
              </a:defRPr>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p:txBody>
      </p:sp>
      <p:sp>
        <p:nvSpPr>
          <p:cNvPr id="117" name="Google Shape;117;p14"/>
          <p:cNvSpPr txBox="1"/>
          <p:nvPr>
            <p:ph idx="4" type="title"/>
          </p:nvPr>
        </p:nvSpPr>
        <p:spPr>
          <a:xfrm>
            <a:off x="532575" y="2150850"/>
            <a:ext cx="2397900" cy="2112000"/>
          </a:xfrm>
          <a:prstGeom prst="rect">
            <a:avLst/>
          </a:prstGeom>
        </p:spPr>
        <p:txBody>
          <a:bodyPr anchorCtr="0" anchor="t" bIns="91425" lIns="91425" spcFirstLastPara="1" rIns="91425" wrap="square" tIns="91425">
            <a:normAutofit/>
          </a:bodyPr>
          <a:lstStyle>
            <a:lvl1pPr lvl="0" rtl="0">
              <a:spcBef>
                <a:spcPts val="0"/>
              </a:spcBef>
              <a:spcAft>
                <a:spcPts val="0"/>
              </a:spcAft>
              <a:buSzPts val="1000"/>
              <a:buFont typeface="Montserrat"/>
              <a:buNone/>
              <a:defRPr sz="1000">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8" name="Google Shape;118;p14"/>
          <p:cNvSpPr txBox="1"/>
          <p:nvPr>
            <p:ph idx="5" type="title"/>
          </p:nvPr>
        </p:nvSpPr>
        <p:spPr>
          <a:xfrm>
            <a:off x="6130475" y="2159925"/>
            <a:ext cx="2397900" cy="2112000"/>
          </a:xfrm>
          <a:prstGeom prst="rect">
            <a:avLst/>
          </a:prstGeom>
        </p:spPr>
        <p:txBody>
          <a:bodyPr anchorCtr="0" anchor="t" bIns="91425" lIns="91425" spcFirstLastPara="1" rIns="91425" wrap="square" tIns="91425">
            <a:normAutofit/>
          </a:bodyPr>
          <a:lstStyle>
            <a:lvl1pPr lvl="0" rtl="0">
              <a:spcBef>
                <a:spcPts val="0"/>
              </a:spcBef>
              <a:spcAft>
                <a:spcPts val="0"/>
              </a:spcAft>
              <a:buSzPts val="1000"/>
              <a:buFont typeface="Montserrat"/>
              <a:buNone/>
              <a:defRPr sz="1000">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9" name="Google Shape;119;p14"/>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0" name="Google Shape;120;p14"/>
          <p:cNvPicPr preferRelativeResize="0"/>
          <p:nvPr/>
        </p:nvPicPr>
        <p:blipFill>
          <a:blip r:embed="rId2">
            <a:alphaModFix/>
          </a:blip>
          <a:stretch>
            <a:fillRect/>
          </a:stretch>
        </p:blipFill>
        <p:spPr>
          <a:xfrm>
            <a:off x="8155184" y="33947"/>
            <a:ext cx="876879" cy="399275"/>
          </a:xfrm>
          <a:prstGeom prst="rect">
            <a:avLst/>
          </a:prstGeom>
          <a:noFill/>
          <a:ln>
            <a:noFill/>
          </a:ln>
        </p:spPr>
      </p:pic>
      <p:pic>
        <p:nvPicPr>
          <p:cNvPr id="121" name="Google Shape;121;p14"/>
          <p:cNvPicPr preferRelativeResize="0"/>
          <p:nvPr/>
        </p:nvPicPr>
        <p:blipFill>
          <a:blip r:embed="rId3">
            <a:alphaModFix/>
          </a:blip>
          <a:stretch>
            <a:fillRect/>
          </a:stretch>
        </p:blipFill>
        <p:spPr>
          <a:xfrm>
            <a:off x="8078975" y="4699100"/>
            <a:ext cx="558475" cy="300725"/>
          </a:xfrm>
          <a:prstGeom prst="rect">
            <a:avLst/>
          </a:prstGeom>
          <a:noFill/>
          <a:ln>
            <a:noFill/>
          </a:ln>
        </p:spPr>
      </p:pic>
      <p:sp>
        <p:nvSpPr>
          <p:cNvPr id="122" name="Google Shape;122;p14"/>
          <p:cNvSpPr txBox="1"/>
          <p:nvPr/>
        </p:nvSpPr>
        <p:spPr>
          <a:xfrm>
            <a:off x="3331525" y="2150250"/>
            <a:ext cx="2397900" cy="2121600"/>
          </a:xfrm>
          <a:prstGeom prst="rect">
            <a:avLst/>
          </a:prstGeom>
          <a:solidFill>
            <a:srgbClr val="F1C232"/>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23" name="Google Shape;123;p14"/>
          <p:cNvSpPr txBox="1"/>
          <p:nvPr>
            <p:ph idx="6" type="title"/>
          </p:nvPr>
        </p:nvSpPr>
        <p:spPr>
          <a:xfrm>
            <a:off x="3331525" y="2159925"/>
            <a:ext cx="2397900" cy="2121600"/>
          </a:xfrm>
          <a:prstGeom prst="rect">
            <a:avLst/>
          </a:prstGeom>
        </p:spPr>
        <p:txBody>
          <a:bodyPr anchorCtr="0" anchor="t" bIns="91425" lIns="91425" spcFirstLastPara="1" rIns="91425" wrap="square" tIns="91425">
            <a:normAutofit/>
          </a:bodyPr>
          <a:lstStyle>
            <a:lvl1pPr lvl="0" rtl="0">
              <a:spcBef>
                <a:spcPts val="0"/>
              </a:spcBef>
              <a:spcAft>
                <a:spcPts val="0"/>
              </a:spcAft>
              <a:buSzPts val="1000"/>
              <a:buFont typeface="Montserrat"/>
              <a:buNone/>
              <a:defRPr sz="1000">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24" name="Google Shape;124;p14"/>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832">
          <p15:clr>
            <a:srgbClr val="FA7B17"/>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Última clase">
  <p:cSld name="BLANK_1_1_1">
    <p:spTree>
      <p:nvGrpSpPr>
        <p:cNvPr id="125" name="Shape 125"/>
        <p:cNvGrpSpPr/>
        <p:nvPr/>
      </p:nvGrpSpPr>
      <p:grpSpPr>
        <a:xfrm>
          <a:off x="0" y="0"/>
          <a:ext cx="0" cy="0"/>
          <a:chOff x="0" y="0"/>
          <a:chExt cx="0" cy="0"/>
        </a:xfrm>
      </p:grpSpPr>
      <p:sp>
        <p:nvSpPr>
          <p:cNvPr id="126" name="Google Shape;126;p15"/>
          <p:cNvSpPr/>
          <p:nvPr/>
        </p:nvSpPr>
        <p:spPr>
          <a:xfrm>
            <a:off x="212425" y="1172325"/>
            <a:ext cx="4818000" cy="436800"/>
          </a:xfrm>
          <a:prstGeom prst="chevron">
            <a:avLst>
              <a:gd fmla="val 45084" name="adj"/>
            </a:avLst>
          </a:prstGeom>
          <a:solidFill>
            <a:srgbClr val="7685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D9D9D9"/>
              </a:solidFill>
              <a:latin typeface="Arial"/>
              <a:ea typeface="Arial"/>
              <a:cs typeface="Arial"/>
              <a:sym typeface="Arial"/>
            </a:endParaRPr>
          </a:p>
        </p:txBody>
      </p:sp>
      <p:sp>
        <p:nvSpPr>
          <p:cNvPr id="127" name="Google Shape;127;p15"/>
          <p:cNvSpPr/>
          <p:nvPr/>
        </p:nvSpPr>
        <p:spPr>
          <a:xfrm>
            <a:off x="3907500" y="792225"/>
            <a:ext cx="1176600" cy="1164600"/>
          </a:xfrm>
          <a:prstGeom prst="ellipse">
            <a:avLst/>
          </a:prstGeom>
          <a:solidFill>
            <a:srgbClr val="F1C2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15"/>
          <p:cNvSpPr/>
          <p:nvPr/>
        </p:nvSpPr>
        <p:spPr>
          <a:xfrm>
            <a:off x="1139350" y="792225"/>
            <a:ext cx="1176600" cy="1164600"/>
          </a:xfrm>
          <a:prstGeom prst="ellipse">
            <a:avLst/>
          </a:prstGeom>
          <a:solidFill>
            <a:srgbClr val="F9F9F9"/>
          </a:solid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15"/>
          <p:cNvSpPr txBox="1"/>
          <p:nvPr/>
        </p:nvSpPr>
        <p:spPr>
          <a:xfrm>
            <a:off x="528700" y="2150250"/>
            <a:ext cx="2397900" cy="21312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30" name="Google Shape;130;p15"/>
          <p:cNvSpPr txBox="1"/>
          <p:nvPr>
            <p:ph type="title"/>
          </p:nvPr>
        </p:nvSpPr>
        <p:spPr>
          <a:xfrm>
            <a:off x="1271800" y="1159375"/>
            <a:ext cx="911700" cy="300600"/>
          </a:xfrm>
          <a:prstGeom prst="rect">
            <a:avLst/>
          </a:prstGeom>
        </p:spPr>
        <p:txBody>
          <a:bodyPr anchorCtr="0" anchor="t" bIns="91425" lIns="91425" spcFirstLastPara="1" rIns="91425" wrap="square" tIns="91425">
            <a:normAutofit/>
          </a:bodyPr>
          <a:lstStyle>
            <a:lvl1pPr lvl="0" rtl="0" algn="ctr">
              <a:spcBef>
                <a:spcPts val="0"/>
              </a:spcBef>
              <a:spcAft>
                <a:spcPts val="0"/>
              </a:spcAft>
              <a:buClr>
                <a:srgbClr val="333333"/>
              </a:buClr>
              <a:buSzPts val="1400"/>
              <a:buFont typeface="Montserrat"/>
              <a:buNone/>
              <a:defRPr b="1" sz="1400">
                <a:solidFill>
                  <a:srgbClr val="333333"/>
                </a:solidFill>
                <a:latin typeface="Montserrat"/>
                <a:ea typeface="Montserrat"/>
                <a:cs typeface="Montserrat"/>
                <a:sym typeface="Montserrat"/>
              </a:defRPr>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p:txBody>
      </p:sp>
      <p:sp>
        <p:nvSpPr>
          <p:cNvPr id="131" name="Google Shape;131;p15"/>
          <p:cNvSpPr txBox="1"/>
          <p:nvPr>
            <p:ph idx="2" type="title"/>
          </p:nvPr>
        </p:nvSpPr>
        <p:spPr>
          <a:xfrm>
            <a:off x="3938175" y="1159375"/>
            <a:ext cx="1091700" cy="3006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1400"/>
              <a:buFont typeface="Montserrat"/>
              <a:buNone/>
              <a:defRPr b="1" sz="1400">
                <a:latin typeface="Montserrat"/>
                <a:ea typeface="Montserrat"/>
                <a:cs typeface="Montserrat"/>
                <a:sym typeface="Montserrat"/>
              </a:defRPr>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p:txBody>
      </p:sp>
      <p:sp>
        <p:nvSpPr>
          <p:cNvPr id="132" name="Google Shape;132;p15"/>
          <p:cNvSpPr txBox="1"/>
          <p:nvPr>
            <p:ph idx="3" type="title"/>
          </p:nvPr>
        </p:nvSpPr>
        <p:spPr>
          <a:xfrm>
            <a:off x="532575" y="2150850"/>
            <a:ext cx="2397900" cy="2112000"/>
          </a:xfrm>
          <a:prstGeom prst="rect">
            <a:avLst/>
          </a:prstGeom>
        </p:spPr>
        <p:txBody>
          <a:bodyPr anchorCtr="0" anchor="t" bIns="91425" lIns="91425" spcFirstLastPara="1" rIns="91425" wrap="square" tIns="91425">
            <a:normAutofit/>
          </a:bodyPr>
          <a:lstStyle>
            <a:lvl1pPr lvl="0" rtl="0">
              <a:spcBef>
                <a:spcPts val="0"/>
              </a:spcBef>
              <a:spcAft>
                <a:spcPts val="0"/>
              </a:spcAft>
              <a:buSzPts val="1000"/>
              <a:buFont typeface="Montserrat"/>
              <a:buNone/>
              <a:defRPr sz="1000">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3" name="Google Shape;133;p15"/>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4" name="Google Shape;134;p15"/>
          <p:cNvPicPr preferRelativeResize="0"/>
          <p:nvPr/>
        </p:nvPicPr>
        <p:blipFill>
          <a:blip r:embed="rId2">
            <a:alphaModFix/>
          </a:blip>
          <a:stretch>
            <a:fillRect/>
          </a:stretch>
        </p:blipFill>
        <p:spPr>
          <a:xfrm>
            <a:off x="8155184" y="33947"/>
            <a:ext cx="876879" cy="399275"/>
          </a:xfrm>
          <a:prstGeom prst="rect">
            <a:avLst/>
          </a:prstGeom>
          <a:noFill/>
          <a:ln>
            <a:noFill/>
          </a:ln>
        </p:spPr>
      </p:pic>
      <p:pic>
        <p:nvPicPr>
          <p:cNvPr id="135" name="Google Shape;135;p15"/>
          <p:cNvPicPr preferRelativeResize="0"/>
          <p:nvPr/>
        </p:nvPicPr>
        <p:blipFill>
          <a:blip r:embed="rId3">
            <a:alphaModFix/>
          </a:blip>
          <a:stretch>
            <a:fillRect/>
          </a:stretch>
        </p:blipFill>
        <p:spPr>
          <a:xfrm>
            <a:off x="8078975" y="4699100"/>
            <a:ext cx="558475" cy="300725"/>
          </a:xfrm>
          <a:prstGeom prst="rect">
            <a:avLst/>
          </a:prstGeom>
          <a:noFill/>
          <a:ln>
            <a:noFill/>
          </a:ln>
        </p:spPr>
      </p:pic>
      <p:sp>
        <p:nvSpPr>
          <p:cNvPr id="136" name="Google Shape;136;p15"/>
          <p:cNvSpPr txBox="1"/>
          <p:nvPr/>
        </p:nvSpPr>
        <p:spPr>
          <a:xfrm>
            <a:off x="3331525" y="2150250"/>
            <a:ext cx="2397900" cy="2121600"/>
          </a:xfrm>
          <a:prstGeom prst="rect">
            <a:avLst/>
          </a:prstGeom>
          <a:solidFill>
            <a:srgbClr val="F1C232"/>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37" name="Google Shape;137;p15"/>
          <p:cNvSpPr txBox="1"/>
          <p:nvPr>
            <p:ph idx="4" type="title"/>
          </p:nvPr>
        </p:nvSpPr>
        <p:spPr>
          <a:xfrm>
            <a:off x="3331525" y="2159925"/>
            <a:ext cx="2397900" cy="2121600"/>
          </a:xfrm>
          <a:prstGeom prst="rect">
            <a:avLst/>
          </a:prstGeom>
        </p:spPr>
        <p:txBody>
          <a:bodyPr anchorCtr="0" anchor="t" bIns="91425" lIns="91425" spcFirstLastPara="1" rIns="91425" wrap="square" tIns="91425">
            <a:normAutofit/>
          </a:bodyPr>
          <a:lstStyle>
            <a:lvl1pPr lvl="0" rtl="0">
              <a:spcBef>
                <a:spcPts val="0"/>
              </a:spcBef>
              <a:spcAft>
                <a:spcPts val="0"/>
              </a:spcAft>
              <a:buSzPts val="1000"/>
              <a:buFont typeface="Montserrat"/>
              <a:buNone/>
              <a:defRPr sz="1000">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38" name="Google Shape;138;p15"/>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832">
          <p15:clr>
            <a:srgbClr val="FA7B17"/>
          </p15:clr>
        </p15:guide>
      </p15:sldGuideLst>
    </p:ext>
  </p:extLs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 Id="rId3"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 Id="rId3"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 Id="rId3" Type="http://schemas.openxmlformats.org/officeDocument/2006/relationships/image" Target="../media/image20.png"/><Relationship Id="rId4" Type="http://schemas.openxmlformats.org/officeDocument/2006/relationships/image" Target="../media/image3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 Id="rId3" Type="http://schemas.openxmlformats.org/officeDocument/2006/relationships/image" Target="../media/image3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 Id="rId3" Type="http://schemas.openxmlformats.org/officeDocument/2006/relationships/hyperlink" Target="https://github.com/" TargetMode="External"/><Relationship Id="rId4" Type="http://schemas.openxmlformats.org/officeDocument/2006/relationships/image" Target="../media/image1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 Id="rId3" Type="http://schemas.openxmlformats.org/officeDocument/2006/relationships/image" Target="../media/image21.png"/><Relationship Id="rId4" Type="http://schemas.openxmlformats.org/officeDocument/2006/relationships/image" Target="../media/image31.png"/><Relationship Id="rId5" Type="http://schemas.openxmlformats.org/officeDocument/2006/relationships/image" Target="../media/image27.png"/><Relationship Id="rId6" Type="http://schemas.openxmlformats.org/officeDocument/2006/relationships/image" Target="../media/image2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 Id="rId3" Type="http://schemas.openxmlformats.org/officeDocument/2006/relationships/hyperlink" Target="https://docs.github.com/es/authentication/keeping-your-account-and-data-secure/creating-a-personal-access-token" TargetMode="External"/><Relationship Id="rId4" Type="http://schemas.openxmlformats.org/officeDocument/2006/relationships/image" Target="../media/image2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 Id="rId3" Type="http://schemas.openxmlformats.org/officeDocument/2006/relationships/hyperlink" Target="https://www.atlassian.com/es/git/tutorials/syncing/git-push"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 Id="rId3" Type="http://schemas.openxmlformats.org/officeDocument/2006/relationships/image" Target="../media/image2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 Id="rId3" Type="http://schemas.openxmlformats.org/officeDocument/2006/relationships/image" Target="../media/image2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 Id="rId3" Type="http://schemas.openxmlformats.org/officeDocument/2006/relationships/image" Target="../media/image2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 Id="rId3" Type="http://schemas.openxmlformats.org/officeDocument/2006/relationships/image" Target="../media/image2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 Id="rId3" Type="http://schemas.openxmlformats.org/officeDocument/2006/relationships/image" Target="../media/image1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hyperlink" Target="https://edteam-media.s3.amazonaws.com/community/original/fc43b465-dbfb-465e-9705-b38d230452fc.jpg" TargetMode="External"/><Relationship Id="rId6" Type="http://schemas.openxmlformats.org/officeDocument/2006/relationships/hyperlink" Target="https://pbs.twimg.com/media/EbIYSr0X0AEMrQM.jpg"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 Id="rId3" Type="http://schemas.openxmlformats.org/officeDocument/2006/relationships/hyperlink" Target="https://docs.github.com/en/get-started/quickstart/set-up-git" TargetMode="External"/><Relationship Id="rId4" Type="http://schemas.openxmlformats.org/officeDocument/2006/relationships/hyperlink" Target="https://bluuweb.github.io/tutorial-github/guia/fundamentos.html" TargetMode="External"/><Relationship Id="rId9" Type="http://schemas.openxmlformats.org/officeDocument/2006/relationships/hyperlink" Target="https://youtu.be/AYbgqmyg7dk" TargetMode="External"/><Relationship Id="rId5" Type="http://schemas.openxmlformats.org/officeDocument/2006/relationships/hyperlink" Target="https://bluuweb.github.io/tutorial-github/guia/github.html" TargetMode="External"/><Relationship Id="rId6" Type="http://schemas.openxmlformats.org/officeDocument/2006/relationships/hyperlink" Target="https://gist.github.com/dasdo/9ff71c5c0efa037441b6" TargetMode="External"/><Relationship Id="rId7" Type="http://schemas.openxmlformats.org/officeDocument/2006/relationships/hyperlink" Target="https://www.youtube.com/watch?v=ptXiQwE535s&amp;list=PLoCpUTIZIYORkDzYwdunkVf-KIqGjyoot" TargetMode="External"/><Relationship Id="rId8" Type="http://schemas.openxmlformats.org/officeDocument/2006/relationships/hyperlink" Target="https://www.youtube.com/watch?v=hWglK8nWh60&amp;list=PLPl81lqbj-4I8i-x2b5_MG58tZfgKmJls"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 Id="rId3" Type="http://schemas.openxmlformats.org/officeDocument/2006/relationships/hyperlink" Target="https://git-scm.com/downloads" TargetMode="External"/><Relationship Id="rId4" Type="http://schemas.openxmlformats.org/officeDocument/2006/relationships/hyperlink" Target="https://git-scm.com/book/es/v2/Inicio---Sobre-el-Control-de-Versiones-Instalaci%C3%B3n-de-Git" TargetMode="External"/><Relationship Id="rId5" Type="http://schemas.openxmlformats.org/officeDocument/2006/relationships/hyperlink" Target="https://git-scm.com/book/es/v2/Inicio---Sobre-el-Control-de-Versiones-Instalaci%C3%B3n-de-Git" TargetMode="External"/><Relationship Id="rId6" Type="http://schemas.openxmlformats.org/officeDocument/2006/relationships/hyperlink" Target="https://git-scm.com/book/es/v2/Inicio---Sobre-el-Control-de-Versiones-Instalaci%C3%B3n-de-Git"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6"/>
          <p:cNvSpPr txBox="1"/>
          <p:nvPr/>
        </p:nvSpPr>
        <p:spPr>
          <a:xfrm>
            <a:off x="3335100" y="1617575"/>
            <a:ext cx="5497200" cy="1375200"/>
          </a:xfrm>
          <a:prstGeom prst="rect">
            <a:avLst/>
          </a:prstGeom>
          <a:noFill/>
          <a:ln>
            <a:noFill/>
          </a:ln>
        </p:spPr>
        <p:txBody>
          <a:bodyPr anchorCtr="0" anchor="ctr" bIns="91425" lIns="91425" spcFirstLastPara="1" rIns="91425" wrap="square" tIns="91425">
            <a:normAutofit/>
          </a:bodyPr>
          <a:lstStyle/>
          <a:p>
            <a:pPr indent="0" lvl="0" marL="0" rtl="0" algn="ctr">
              <a:spcBef>
                <a:spcPts val="0"/>
              </a:spcBef>
              <a:spcAft>
                <a:spcPts val="0"/>
              </a:spcAft>
              <a:buNone/>
            </a:pPr>
            <a:r>
              <a:rPr b="1" lang="es" sz="3700">
                <a:solidFill>
                  <a:srgbClr val="000000"/>
                </a:solidFill>
                <a:latin typeface="Montserrat"/>
                <a:ea typeface="Montserrat"/>
                <a:cs typeface="Montserrat"/>
                <a:sym typeface="Montserrat"/>
              </a:rPr>
              <a:t>FULL STACK PYTHON</a:t>
            </a:r>
            <a:endParaRPr b="1" sz="3700">
              <a:solidFill>
                <a:srgbClr val="000000"/>
              </a:solidFill>
              <a:latin typeface="Montserrat"/>
              <a:ea typeface="Montserrat"/>
              <a:cs typeface="Montserrat"/>
              <a:sym typeface="Montserrat"/>
            </a:endParaRPr>
          </a:p>
          <a:p>
            <a:pPr indent="0" lvl="0" marL="0" rtl="0" algn="ctr">
              <a:spcBef>
                <a:spcPts val="0"/>
              </a:spcBef>
              <a:spcAft>
                <a:spcPts val="0"/>
              </a:spcAft>
              <a:buNone/>
            </a:pPr>
            <a:r>
              <a:rPr b="1" lang="es" sz="3700">
                <a:solidFill>
                  <a:srgbClr val="000000"/>
                </a:solidFill>
                <a:latin typeface="Montserrat"/>
                <a:ea typeface="Montserrat"/>
                <a:cs typeface="Montserrat"/>
                <a:sym typeface="Montserrat"/>
              </a:rPr>
              <a:t>Clase </a:t>
            </a:r>
            <a:r>
              <a:rPr b="1" lang="es" sz="3700">
                <a:latin typeface="Montserrat"/>
                <a:ea typeface="Montserrat"/>
                <a:cs typeface="Montserrat"/>
                <a:sym typeface="Montserrat"/>
              </a:rPr>
              <a:t>12</a:t>
            </a:r>
            <a:endParaRPr b="1" sz="3700">
              <a:solidFill>
                <a:srgbClr val="000000"/>
              </a:solidFill>
              <a:latin typeface="Montserrat"/>
              <a:ea typeface="Montserrat"/>
              <a:cs typeface="Montserrat"/>
              <a:sym typeface="Montserrat"/>
            </a:endParaRPr>
          </a:p>
        </p:txBody>
      </p:sp>
      <p:sp>
        <p:nvSpPr>
          <p:cNvPr id="144" name="Google Shape;144;p16"/>
          <p:cNvSpPr txBox="1"/>
          <p:nvPr/>
        </p:nvSpPr>
        <p:spPr>
          <a:xfrm>
            <a:off x="3335025" y="2986525"/>
            <a:ext cx="5534400" cy="792600"/>
          </a:xfrm>
          <a:prstGeom prst="rect">
            <a:avLst/>
          </a:prstGeom>
          <a:noFill/>
          <a:ln>
            <a:noFill/>
          </a:ln>
        </p:spPr>
        <p:txBody>
          <a:bodyPr anchorCtr="0" anchor="t" bIns="91425" lIns="91425" spcFirstLastPara="1" rIns="91425" wrap="square" tIns="91425">
            <a:normAutofit/>
          </a:bodyPr>
          <a:lstStyle/>
          <a:p>
            <a:pPr indent="0" lvl="0" marL="0" rtl="0" algn="ctr">
              <a:spcBef>
                <a:spcPts val="0"/>
              </a:spcBef>
              <a:spcAft>
                <a:spcPts val="0"/>
              </a:spcAft>
              <a:buNone/>
            </a:pPr>
            <a:r>
              <a:rPr lang="es" sz="2500">
                <a:solidFill>
                  <a:srgbClr val="595959"/>
                </a:solidFill>
                <a:latin typeface="Montserrat Medium"/>
                <a:ea typeface="Montserrat Medium"/>
                <a:cs typeface="Montserrat Medium"/>
                <a:sym typeface="Montserrat Medium"/>
              </a:rPr>
              <a:t>GIT</a:t>
            </a:r>
            <a:endParaRPr sz="2500">
              <a:solidFill>
                <a:srgbClr val="595959"/>
              </a:solidFill>
              <a:latin typeface="Montserrat Medium"/>
              <a:ea typeface="Montserrat Medium"/>
              <a:cs typeface="Montserrat Medium"/>
              <a:sym typeface="Montserrat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7"/>
          <p:cNvSpPr txBox="1"/>
          <p:nvPr>
            <p:ph type="ctrTitle"/>
          </p:nvPr>
        </p:nvSpPr>
        <p:spPr>
          <a:xfrm>
            <a:off x="311700" y="1226800"/>
            <a:ext cx="8520600" cy="1570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0" lang="es"/>
              <a:t>GIT</a:t>
            </a:r>
            <a:endParaRPr b="0"/>
          </a:p>
        </p:txBody>
      </p:sp>
      <p:sp>
        <p:nvSpPr>
          <p:cNvPr id="150" name="Google Shape;150;p17"/>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151" name="Google Shape;151;p17"/>
          <p:cNvPicPr preferRelativeResize="0"/>
          <p:nvPr/>
        </p:nvPicPr>
        <p:blipFill rotWithShape="1">
          <a:blip r:embed="rId3">
            <a:alphaModFix/>
          </a:blip>
          <a:srcRect b="0" l="0" r="0" t="0"/>
          <a:stretch/>
        </p:blipFill>
        <p:spPr>
          <a:xfrm>
            <a:off x="4175713" y="2834125"/>
            <a:ext cx="792573" cy="7926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8"/>
          <p:cNvSpPr txBox="1"/>
          <p:nvPr>
            <p:ph type="ctrTitle"/>
          </p:nvPr>
        </p:nvSpPr>
        <p:spPr>
          <a:xfrm>
            <a:off x="311700" y="1226800"/>
            <a:ext cx="8520600" cy="15705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Clr>
                <a:schemeClr val="dk1"/>
              </a:buClr>
              <a:buSzPts val="1100"/>
              <a:buFont typeface="Arial"/>
              <a:buNone/>
            </a:pPr>
            <a:r>
              <a:rPr lang="es"/>
              <a:t>Les damos la bienvenida</a:t>
            </a:r>
            <a:endParaRPr/>
          </a:p>
        </p:txBody>
      </p:sp>
      <p:sp>
        <p:nvSpPr>
          <p:cNvPr id="157" name="Google Shape;157;p18"/>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s"/>
              <a:t>Vamos a comenzar a grabar la clase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9"/>
          <p:cNvSpPr txBox="1"/>
          <p:nvPr>
            <p:ph idx="2" type="title"/>
          </p:nvPr>
        </p:nvSpPr>
        <p:spPr>
          <a:xfrm>
            <a:off x="3938175" y="1159375"/>
            <a:ext cx="1091700" cy="3006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s"/>
              <a:t>Clase 12</a:t>
            </a:r>
            <a:endParaRPr/>
          </a:p>
        </p:txBody>
      </p:sp>
      <p:sp>
        <p:nvSpPr>
          <p:cNvPr id="163" name="Google Shape;163;p19"/>
          <p:cNvSpPr txBox="1"/>
          <p:nvPr>
            <p:ph type="title"/>
          </p:nvPr>
        </p:nvSpPr>
        <p:spPr>
          <a:xfrm>
            <a:off x="1275675" y="1159375"/>
            <a:ext cx="911700" cy="3006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s"/>
              <a:t>Clase 11</a:t>
            </a:r>
            <a:endParaRPr/>
          </a:p>
        </p:txBody>
      </p:sp>
      <p:sp>
        <p:nvSpPr>
          <p:cNvPr id="164" name="Google Shape;164;p19"/>
          <p:cNvSpPr txBox="1"/>
          <p:nvPr>
            <p:ph idx="3" type="title"/>
          </p:nvPr>
        </p:nvSpPr>
        <p:spPr>
          <a:xfrm>
            <a:off x="6877450" y="1159388"/>
            <a:ext cx="911700" cy="3006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Clr>
                <a:schemeClr val="dk1"/>
              </a:buClr>
              <a:buSzPct val="78571"/>
              <a:buFont typeface="Arial"/>
              <a:buNone/>
            </a:pPr>
            <a:r>
              <a:rPr lang="es"/>
              <a:t>Clase 13</a:t>
            </a:r>
            <a:endParaRPr/>
          </a:p>
        </p:txBody>
      </p:sp>
      <p:sp>
        <p:nvSpPr>
          <p:cNvPr id="165" name="Google Shape;165;p19"/>
          <p:cNvSpPr txBox="1"/>
          <p:nvPr>
            <p:ph idx="4" type="title"/>
          </p:nvPr>
        </p:nvSpPr>
        <p:spPr>
          <a:xfrm>
            <a:off x="532575" y="2150850"/>
            <a:ext cx="2397900" cy="2112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s"/>
              <a:t>Bootstrap</a:t>
            </a:r>
            <a:endParaRPr b="1"/>
          </a:p>
          <a:p>
            <a:pPr indent="0" lvl="0" marL="0" rtl="0" algn="l">
              <a:spcBef>
                <a:spcPts val="0"/>
              </a:spcBef>
              <a:spcAft>
                <a:spcPts val="0"/>
              </a:spcAft>
              <a:buNone/>
            </a:pPr>
            <a:r>
              <a:t/>
            </a:r>
            <a:endParaRPr b="1"/>
          </a:p>
          <a:p>
            <a:pPr indent="-292100" lvl="0" marL="457200" rtl="0" algn="l">
              <a:spcBef>
                <a:spcPts val="0"/>
              </a:spcBef>
              <a:spcAft>
                <a:spcPts val="0"/>
              </a:spcAft>
              <a:buSzPts val="1000"/>
              <a:buChar char="●"/>
            </a:pPr>
            <a:r>
              <a:rPr lang="es"/>
              <a:t>¿Qué es un framework?</a:t>
            </a:r>
            <a:endParaRPr/>
          </a:p>
          <a:p>
            <a:pPr indent="-292100" lvl="0" marL="457200" rtl="0" algn="l">
              <a:spcBef>
                <a:spcPts val="0"/>
              </a:spcBef>
              <a:spcAft>
                <a:spcPts val="0"/>
              </a:spcAft>
              <a:buSzPts val="1000"/>
              <a:buChar char="●"/>
            </a:pPr>
            <a:r>
              <a:rPr lang="es"/>
              <a:t>Frameworks CSS.</a:t>
            </a:r>
            <a:endParaRPr/>
          </a:p>
          <a:p>
            <a:pPr indent="-292100" lvl="0" marL="457200" rtl="0" algn="l">
              <a:spcBef>
                <a:spcPts val="0"/>
              </a:spcBef>
              <a:spcAft>
                <a:spcPts val="0"/>
              </a:spcAft>
              <a:buSzPts val="1000"/>
              <a:buChar char="●"/>
            </a:pPr>
            <a:r>
              <a:rPr lang="es"/>
              <a:t>Conceptos básicos de Bootstrap.</a:t>
            </a:r>
            <a:endParaRPr/>
          </a:p>
          <a:p>
            <a:pPr indent="-292100" lvl="0" marL="457200" rtl="0" algn="l">
              <a:spcBef>
                <a:spcPts val="0"/>
              </a:spcBef>
              <a:spcAft>
                <a:spcPts val="0"/>
              </a:spcAft>
              <a:buSzPts val="1000"/>
              <a:buChar char="●"/>
            </a:pPr>
            <a:r>
              <a:rPr lang="es"/>
              <a:t>Componentes y funcionalidades.</a:t>
            </a:r>
            <a:endParaRPr/>
          </a:p>
          <a:p>
            <a:pPr indent="-292100" lvl="0" marL="457200" rtl="0" algn="l">
              <a:spcBef>
                <a:spcPts val="0"/>
              </a:spcBef>
              <a:spcAft>
                <a:spcPts val="0"/>
              </a:spcAft>
              <a:buSzPts val="1000"/>
              <a:buChar char="●"/>
            </a:pPr>
            <a:r>
              <a:rPr lang="es"/>
              <a:t>Grid Layout.</a:t>
            </a:r>
            <a:endParaRPr/>
          </a:p>
          <a:p>
            <a:pPr indent="-292100" lvl="0" marL="457200" rtl="0" algn="l">
              <a:spcBef>
                <a:spcPts val="0"/>
              </a:spcBef>
              <a:spcAft>
                <a:spcPts val="0"/>
              </a:spcAft>
              <a:buSzPts val="1000"/>
              <a:buChar char="●"/>
            </a:pPr>
            <a:r>
              <a:rPr lang="es"/>
              <a:t>Bootstrap Themes.</a:t>
            </a:r>
            <a:endParaRPr/>
          </a:p>
        </p:txBody>
      </p:sp>
      <p:sp>
        <p:nvSpPr>
          <p:cNvPr id="166" name="Google Shape;166;p19"/>
          <p:cNvSpPr txBox="1"/>
          <p:nvPr>
            <p:ph idx="5" type="title"/>
          </p:nvPr>
        </p:nvSpPr>
        <p:spPr>
          <a:xfrm>
            <a:off x="6130475" y="2159925"/>
            <a:ext cx="2397900" cy="2112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100000"/>
              <a:buFont typeface="Arial"/>
              <a:buNone/>
            </a:pPr>
            <a:r>
              <a:rPr b="1" lang="es" sz="1100"/>
              <a:t>Introducción a Javascript</a:t>
            </a:r>
            <a:endParaRPr b="1" sz="1100"/>
          </a:p>
          <a:p>
            <a:pPr indent="0" lvl="0" marL="0" rtl="0" algn="l">
              <a:spcBef>
                <a:spcPts val="0"/>
              </a:spcBef>
              <a:spcAft>
                <a:spcPts val="0"/>
              </a:spcAft>
              <a:buClr>
                <a:schemeClr val="dk1"/>
              </a:buClr>
              <a:buSzPct val="110000"/>
              <a:buFont typeface="Arial"/>
              <a:buNone/>
            </a:pPr>
            <a:r>
              <a:t/>
            </a:r>
            <a:endParaRPr b="1"/>
          </a:p>
          <a:p>
            <a:pPr indent="-291465" lvl="0" marL="457200" rtl="0" algn="l">
              <a:spcBef>
                <a:spcPts val="0"/>
              </a:spcBef>
              <a:spcAft>
                <a:spcPts val="0"/>
              </a:spcAft>
              <a:buSzPct val="100000"/>
              <a:buChar char="●"/>
            </a:pPr>
            <a:r>
              <a:rPr lang="es" sz="1100"/>
              <a:t>¿Qué es y para qué se usa Javascript?</a:t>
            </a:r>
            <a:endParaRPr sz="1100"/>
          </a:p>
          <a:p>
            <a:pPr indent="-291465" lvl="0" marL="457200" rtl="0" algn="l">
              <a:spcBef>
                <a:spcPts val="0"/>
              </a:spcBef>
              <a:spcAft>
                <a:spcPts val="0"/>
              </a:spcAft>
              <a:buSzPct val="100000"/>
              <a:buChar char="●"/>
            </a:pPr>
            <a:r>
              <a:rPr lang="es" sz="1100"/>
              <a:t>Conceptos generales. Sintaxis básica.</a:t>
            </a:r>
            <a:endParaRPr sz="1100"/>
          </a:p>
          <a:p>
            <a:pPr indent="-291465" lvl="0" marL="457200" rtl="0" algn="l">
              <a:spcBef>
                <a:spcPts val="0"/>
              </a:spcBef>
              <a:spcAft>
                <a:spcPts val="0"/>
              </a:spcAft>
              <a:buSzPct val="100000"/>
              <a:buChar char="●"/>
            </a:pPr>
            <a:r>
              <a:rPr lang="es" sz="1100"/>
              <a:t>Variable, ¿qué es y cómo declararla? Tipos.</a:t>
            </a:r>
            <a:endParaRPr sz="1100"/>
          </a:p>
          <a:p>
            <a:pPr indent="-291465" lvl="0" marL="457200" rtl="0" algn="l">
              <a:spcBef>
                <a:spcPts val="0"/>
              </a:spcBef>
              <a:spcAft>
                <a:spcPts val="0"/>
              </a:spcAft>
              <a:buSzPct val="100000"/>
              <a:buChar char="●"/>
            </a:pPr>
            <a:r>
              <a:rPr lang="es" sz="1100"/>
              <a:t>Asignación y cambio del valor.</a:t>
            </a:r>
            <a:endParaRPr sz="1100"/>
          </a:p>
          <a:p>
            <a:pPr indent="-291465" lvl="0" marL="457200" rtl="0" algn="l">
              <a:spcBef>
                <a:spcPts val="0"/>
              </a:spcBef>
              <a:spcAft>
                <a:spcPts val="0"/>
              </a:spcAft>
              <a:buSzPct val="100000"/>
              <a:buChar char="●"/>
            </a:pPr>
            <a:r>
              <a:rPr lang="es" sz="1100"/>
              <a:t>Operadores aritméticos.</a:t>
            </a:r>
            <a:endParaRPr sz="1100"/>
          </a:p>
          <a:p>
            <a:pPr indent="-291465" lvl="0" marL="457200" rtl="0" algn="l">
              <a:spcBef>
                <a:spcPts val="0"/>
              </a:spcBef>
              <a:spcAft>
                <a:spcPts val="0"/>
              </a:spcAft>
              <a:buSzPct val="100000"/>
              <a:buChar char="●"/>
            </a:pPr>
            <a:r>
              <a:rPr lang="es" sz="1100"/>
              <a:t>Conversión a entero y flotante.</a:t>
            </a:r>
            <a:endParaRPr sz="1100"/>
          </a:p>
        </p:txBody>
      </p:sp>
      <p:sp>
        <p:nvSpPr>
          <p:cNvPr id="167" name="Google Shape;167;p19"/>
          <p:cNvSpPr txBox="1"/>
          <p:nvPr>
            <p:ph idx="6" type="title"/>
          </p:nvPr>
        </p:nvSpPr>
        <p:spPr>
          <a:xfrm>
            <a:off x="3331525" y="2155125"/>
            <a:ext cx="2397900" cy="212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s"/>
              <a:t>GIT</a:t>
            </a:r>
            <a:endParaRPr b="1"/>
          </a:p>
          <a:p>
            <a:pPr indent="0" lvl="0" marL="0" rtl="0" algn="l">
              <a:spcBef>
                <a:spcPts val="0"/>
              </a:spcBef>
              <a:spcAft>
                <a:spcPts val="0"/>
              </a:spcAft>
              <a:buClr>
                <a:schemeClr val="dk1"/>
              </a:buClr>
              <a:buSzPts val="1100"/>
              <a:buFont typeface="Arial"/>
              <a:buNone/>
            </a:pPr>
            <a:r>
              <a:t/>
            </a:r>
            <a:endParaRPr b="1"/>
          </a:p>
          <a:p>
            <a:pPr indent="-292100" lvl="0" marL="457200" rtl="0" algn="l">
              <a:spcBef>
                <a:spcPts val="0"/>
              </a:spcBef>
              <a:spcAft>
                <a:spcPts val="0"/>
              </a:spcAft>
              <a:buSzPts val="1000"/>
              <a:buChar char="●"/>
            </a:pPr>
            <a:r>
              <a:rPr lang="es"/>
              <a:t>Introducción a GIT y GitHub.</a:t>
            </a:r>
            <a:endParaRPr/>
          </a:p>
          <a:p>
            <a:pPr indent="-292100" lvl="0" marL="457200" rtl="0" algn="l">
              <a:spcBef>
                <a:spcPts val="0"/>
              </a:spcBef>
              <a:spcAft>
                <a:spcPts val="0"/>
              </a:spcAft>
              <a:buSzPts val="1000"/>
              <a:buChar char="●"/>
            </a:pPr>
            <a:r>
              <a:rPr lang="es"/>
              <a:t>Comandos básicos.</a:t>
            </a:r>
            <a:endParaRPr/>
          </a:p>
          <a:p>
            <a:pPr indent="-292100" lvl="0" marL="457200" rtl="0" algn="l">
              <a:spcBef>
                <a:spcPts val="0"/>
              </a:spcBef>
              <a:spcAft>
                <a:spcPts val="0"/>
              </a:spcAft>
              <a:buSzPts val="1000"/>
              <a:buChar char="●"/>
            </a:pPr>
            <a:r>
              <a:rPr lang="es"/>
              <a:t>Creación de repositorios y ramas.</a:t>
            </a:r>
            <a:endParaRPr b="1"/>
          </a:p>
          <a:p>
            <a:pPr indent="0" lvl="0" marL="457200" rtl="0" algn="l">
              <a:spcBef>
                <a:spcPts val="0"/>
              </a:spcBef>
              <a:spcAft>
                <a:spcPts val="0"/>
              </a:spcAft>
              <a:buNone/>
            </a:pPr>
            <a:r>
              <a:t/>
            </a:r>
            <a:endParaRPr b="1"/>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0"/>
          <p:cNvSpPr txBox="1"/>
          <p:nvPr>
            <p:ph type="ctrTitle"/>
          </p:nvPr>
        </p:nvSpPr>
        <p:spPr>
          <a:xfrm>
            <a:off x="550375" y="7600"/>
            <a:ext cx="8043300" cy="1570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
              <a:t>¿Qué es GIT?</a:t>
            </a:r>
            <a:endParaRPr/>
          </a:p>
        </p:txBody>
      </p:sp>
      <p:sp>
        <p:nvSpPr>
          <p:cNvPr id="173" name="Google Shape;173;p20"/>
          <p:cNvSpPr txBox="1"/>
          <p:nvPr>
            <p:ph idx="1" type="subTitle"/>
          </p:nvPr>
        </p:nvSpPr>
        <p:spPr>
          <a:xfrm>
            <a:off x="550375" y="1614925"/>
            <a:ext cx="8043300" cy="26493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Clr>
                <a:schemeClr val="dk1"/>
              </a:buClr>
              <a:buSzPct val="64705"/>
              <a:buFont typeface="Arial"/>
              <a:buNone/>
            </a:pPr>
            <a:r>
              <a:rPr b="1" lang="es">
                <a:latin typeface="Montserrat"/>
                <a:ea typeface="Montserrat"/>
                <a:cs typeface="Montserrat"/>
                <a:sym typeface="Montserrat"/>
              </a:rPr>
              <a:t>Git</a:t>
            </a:r>
            <a:r>
              <a:rPr lang="es"/>
              <a:t> es un sistema de control de versiones distribuido, diseñado por Linus Torvalds. Está optimizado para guardar cambios de forma incremental. Permite contar con un historial, regresar a una versión anterior y agregar funcionalidades.</a:t>
            </a:r>
            <a:endParaRPr/>
          </a:p>
          <a:p>
            <a:pPr indent="0" lvl="0" marL="0" rtl="0" algn="l">
              <a:spcBef>
                <a:spcPts val="0"/>
              </a:spcBef>
              <a:spcAft>
                <a:spcPts val="0"/>
              </a:spcAft>
              <a:buClr>
                <a:schemeClr val="dk1"/>
              </a:buClr>
              <a:buSzPct val="64705"/>
              <a:buFont typeface="Arial"/>
              <a:buNone/>
            </a:pPr>
            <a:r>
              <a:t/>
            </a:r>
            <a:endParaRPr/>
          </a:p>
          <a:p>
            <a:pPr indent="0" lvl="0" marL="0" rtl="0" algn="l">
              <a:spcBef>
                <a:spcPts val="0"/>
              </a:spcBef>
              <a:spcAft>
                <a:spcPts val="0"/>
              </a:spcAft>
              <a:buClr>
                <a:schemeClr val="dk1"/>
              </a:buClr>
              <a:buSzPct val="64705"/>
              <a:buFont typeface="Arial"/>
              <a:buNone/>
            </a:pPr>
            <a:r>
              <a:rPr lang="es"/>
              <a:t>Además, es capaz de l</a:t>
            </a:r>
            <a:r>
              <a:rPr lang="es"/>
              <a:t>levar un registro de los cambios que otras personas realicen en los archivos, gracias a </a:t>
            </a:r>
            <a:r>
              <a:rPr b="1" lang="es">
                <a:latin typeface="Montserrat"/>
                <a:ea typeface="Montserrat"/>
                <a:cs typeface="Montserrat"/>
                <a:sym typeface="Montserrat"/>
              </a:rPr>
              <a:t>GitHub</a:t>
            </a:r>
            <a:r>
              <a:rPr lang="es"/>
              <a:t>, donde podemos almacenar y compartir nuestros proyectos de forma gratuita. </a:t>
            </a:r>
            <a:r>
              <a:rPr b="1" lang="es">
                <a:latin typeface="Montserrat"/>
                <a:ea typeface="Montserrat"/>
                <a:cs typeface="Montserrat"/>
                <a:sym typeface="Montserrat"/>
              </a:rPr>
              <a:t>Es multiplataforma</a:t>
            </a:r>
            <a:r>
              <a:rPr lang="es"/>
              <a:t>, es decir, es compatible con Linux, MacOS y Windows. En la máquina local se encuentra Git, se utiliza bajo la terminal o línea de comandos y tiene comandos como </a:t>
            </a:r>
            <a:r>
              <a:rPr b="1" lang="es">
                <a:latin typeface="Montserrat"/>
                <a:ea typeface="Montserrat"/>
                <a:cs typeface="Montserrat"/>
                <a:sym typeface="Montserrat"/>
              </a:rPr>
              <a:t>merge</a:t>
            </a:r>
            <a:r>
              <a:rPr lang="es"/>
              <a:t>, </a:t>
            </a:r>
            <a:r>
              <a:rPr b="1" lang="es">
                <a:latin typeface="Montserrat"/>
                <a:ea typeface="Montserrat"/>
                <a:cs typeface="Montserrat"/>
                <a:sym typeface="Montserrat"/>
              </a:rPr>
              <a:t>pull</a:t>
            </a:r>
            <a:r>
              <a:rPr lang="es"/>
              <a:t>, </a:t>
            </a:r>
            <a:r>
              <a:rPr b="1" lang="es">
                <a:latin typeface="Montserrat"/>
                <a:ea typeface="Montserrat"/>
                <a:cs typeface="Montserrat"/>
                <a:sym typeface="Montserrat"/>
              </a:rPr>
              <a:t>add</a:t>
            </a:r>
            <a:r>
              <a:rPr lang="es"/>
              <a:t>, </a:t>
            </a:r>
            <a:r>
              <a:rPr b="1" lang="es">
                <a:latin typeface="Montserrat"/>
                <a:ea typeface="Montserrat"/>
                <a:cs typeface="Montserrat"/>
                <a:sym typeface="Montserrat"/>
              </a:rPr>
              <a:t>commit</a:t>
            </a:r>
            <a:r>
              <a:rPr lang="es"/>
              <a:t> y </a:t>
            </a:r>
            <a:r>
              <a:rPr b="1" lang="es">
                <a:latin typeface="Montserrat"/>
                <a:ea typeface="Montserrat"/>
                <a:cs typeface="Montserrat"/>
                <a:sym typeface="Montserrat"/>
              </a:rPr>
              <a:t>rebase</a:t>
            </a:r>
            <a:r>
              <a:rPr lang="es"/>
              <a:t>, entre otros.</a:t>
            </a:r>
            <a:endParaRPr/>
          </a:p>
          <a:p>
            <a:pPr indent="0" lvl="0" marL="0" rtl="0" algn="l">
              <a:spcBef>
                <a:spcPts val="0"/>
              </a:spcBef>
              <a:spcAft>
                <a:spcPts val="0"/>
              </a:spcAft>
              <a:buClr>
                <a:schemeClr val="dk1"/>
              </a:buClr>
              <a:buSzPct val="64705"/>
              <a:buFont typeface="Arial"/>
              <a:buNone/>
            </a:pPr>
            <a:r>
              <a:t/>
            </a:r>
            <a:endParaRPr/>
          </a:p>
          <a:p>
            <a:pPr indent="0" lvl="0" marL="0" rtl="0" algn="l">
              <a:spcBef>
                <a:spcPts val="0"/>
              </a:spcBef>
              <a:spcAft>
                <a:spcPts val="0"/>
              </a:spcAft>
              <a:buNone/>
            </a:pPr>
            <a:r>
              <a:rPr lang="es"/>
              <a:t>Con </a:t>
            </a:r>
            <a:r>
              <a:rPr b="1" lang="es">
                <a:latin typeface="Montserrat"/>
                <a:ea typeface="Montserrat"/>
                <a:cs typeface="Montserrat"/>
                <a:sym typeface="Montserrat"/>
              </a:rPr>
              <a:t>Git</a:t>
            </a:r>
            <a:r>
              <a:rPr lang="es"/>
              <a:t> se obtiene una mayor eficiencia usando archivos de texto plano, ya que con archivos binarios no puede guardar solo los cambios, sino que debe volver a grabar el archivo completo ante cada modificación, por mínima que sea, lo que hace que incremente el tamaño del repositorio.</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1"/>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GIT | Definición</a:t>
            </a:r>
            <a:endParaRPr/>
          </a:p>
        </p:txBody>
      </p:sp>
      <p:sp>
        <p:nvSpPr>
          <p:cNvPr id="179" name="Google Shape;179;p21"/>
          <p:cNvSpPr txBox="1"/>
          <p:nvPr>
            <p:ph idx="1" type="body"/>
          </p:nvPr>
        </p:nvSpPr>
        <p:spPr>
          <a:xfrm>
            <a:off x="432025" y="1304875"/>
            <a:ext cx="8280000" cy="331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s" sz="1650"/>
              <a:t>Es un sistema que ayuda a organizar el código, el historial y su evolución, funciona como una </a:t>
            </a:r>
            <a:r>
              <a:rPr b="1" i="1" lang="es" sz="1650"/>
              <a:t>máquina del tiempo </a:t>
            </a:r>
            <a:r>
              <a:rPr lang="es" sz="1650"/>
              <a:t>que permite navegar a diferentes versiones del proyecto y si queremos agregar una funcionalidad nueva nos permite crear una rama (</a:t>
            </a:r>
            <a:r>
              <a:rPr i="1" lang="es" sz="1650"/>
              <a:t>branch</a:t>
            </a:r>
            <a:r>
              <a:rPr lang="es" sz="1650"/>
              <a:t>) para dejar intacta la versión estable y crear un ambiente de trabajo en el cual podemos trabajar en una nueva funcionalidad sin afectar la versión original. Permite:</a:t>
            </a:r>
            <a:r>
              <a:rPr lang="es" sz="1650"/>
              <a:t> </a:t>
            </a:r>
            <a:endParaRPr sz="1650"/>
          </a:p>
          <a:p>
            <a:pPr indent="-333375" lvl="0" marL="457200" rtl="0" algn="l">
              <a:spcBef>
                <a:spcPts val="1200"/>
              </a:spcBef>
              <a:spcAft>
                <a:spcPts val="0"/>
              </a:spcAft>
              <a:buSzPts val="1650"/>
              <a:buChar char="●"/>
            </a:pPr>
            <a:r>
              <a:rPr lang="es" sz="1650"/>
              <a:t>Manejar distintas versiones del proyecto.</a:t>
            </a:r>
            <a:endParaRPr sz="1650"/>
          </a:p>
          <a:p>
            <a:pPr indent="-333375" lvl="0" marL="457200" rtl="0" algn="l">
              <a:spcBef>
                <a:spcPts val="0"/>
              </a:spcBef>
              <a:spcAft>
                <a:spcPts val="0"/>
              </a:spcAft>
              <a:buSzPts val="1650"/>
              <a:buChar char="●"/>
            </a:pPr>
            <a:r>
              <a:rPr lang="es" sz="1650"/>
              <a:t>Guardar el historial o guardar todas las versiones de los archivos del proyecto.</a:t>
            </a:r>
            <a:endParaRPr sz="1650"/>
          </a:p>
          <a:p>
            <a:pPr indent="-333375" lvl="0" marL="457200" rtl="0" algn="l">
              <a:spcBef>
                <a:spcPts val="0"/>
              </a:spcBef>
              <a:spcAft>
                <a:spcPts val="0"/>
              </a:spcAft>
              <a:buSzPts val="1650"/>
              <a:buChar char="●"/>
            </a:pPr>
            <a:r>
              <a:rPr lang="es" sz="1650"/>
              <a:t>Trabajar simultáneamente sobre un mismo proyecto.</a:t>
            </a:r>
            <a:endParaRPr sz="165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2"/>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GIT | </a:t>
            </a:r>
            <a:r>
              <a:rPr lang="es"/>
              <a:t>¿Cómo funciona?</a:t>
            </a:r>
            <a:endParaRPr/>
          </a:p>
        </p:txBody>
      </p:sp>
      <p:sp>
        <p:nvSpPr>
          <p:cNvPr id="185" name="Google Shape;185;p22"/>
          <p:cNvSpPr txBox="1"/>
          <p:nvPr>
            <p:ph idx="1" type="body"/>
          </p:nvPr>
        </p:nvSpPr>
        <p:spPr>
          <a:xfrm>
            <a:off x="432025" y="1304875"/>
            <a:ext cx="8280000" cy="331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sz="1650"/>
              <a:t>Git almacena instantáneas de un mini sistema de archivos. Cada vez que confirmamos un cambio, Git toma una "foto" del aspecto del proyecto en ese momento y crea una referencia a esa instantánea. Si un archivo no cambió Git sólo crea un enlace a la imagen anterior idéntica que tiene almacenada.</a:t>
            </a:r>
            <a:endParaRPr sz="1650"/>
          </a:p>
        </p:txBody>
      </p:sp>
      <p:pic>
        <p:nvPicPr>
          <p:cNvPr id="186" name="Google Shape;186;p22"/>
          <p:cNvPicPr preferRelativeResize="0"/>
          <p:nvPr/>
        </p:nvPicPr>
        <p:blipFill rotWithShape="1">
          <a:blip r:embed="rId3">
            <a:alphaModFix/>
          </a:blip>
          <a:srcRect b="11253" l="5206" r="2814" t="10973"/>
          <a:stretch/>
        </p:blipFill>
        <p:spPr>
          <a:xfrm>
            <a:off x="2365913" y="2760300"/>
            <a:ext cx="4412224" cy="18625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3"/>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0740"/>
              <a:buFont typeface="Arial"/>
              <a:buNone/>
            </a:pPr>
            <a:r>
              <a:rPr lang="es"/>
              <a:t>GIT | Terminología</a:t>
            </a:r>
            <a:endParaRPr/>
          </a:p>
        </p:txBody>
      </p:sp>
      <p:sp>
        <p:nvSpPr>
          <p:cNvPr id="192" name="Google Shape;192;p23"/>
          <p:cNvSpPr txBox="1"/>
          <p:nvPr>
            <p:ph idx="1" type="body"/>
          </p:nvPr>
        </p:nvSpPr>
        <p:spPr>
          <a:xfrm>
            <a:off x="432025" y="1304875"/>
            <a:ext cx="8280000" cy="3318000"/>
          </a:xfrm>
          <a:prstGeom prst="rect">
            <a:avLst/>
          </a:prstGeom>
        </p:spPr>
        <p:txBody>
          <a:bodyPr anchorCtr="0" anchor="t" bIns="91425" lIns="91425" spcFirstLastPara="1" rIns="91425" wrap="square" tIns="91425">
            <a:normAutofit/>
          </a:bodyPr>
          <a:lstStyle/>
          <a:p>
            <a:pPr indent="-333375" lvl="0" marL="457200" rtl="0" algn="l">
              <a:spcBef>
                <a:spcPts val="0"/>
              </a:spcBef>
              <a:spcAft>
                <a:spcPts val="0"/>
              </a:spcAft>
              <a:buSzPts val="1650"/>
              <a:buChar char="●"/>
            </a:pPr>
            <a:r>
              <a:rPr b="1" lang="es" sz="1650"/>
              <a:t>Repositorio</a:t>
            </a:r>
            <a:r>
              <a:rPr b="1" lang="es" sz="1650"/>
              <a:t>: </a:t>
            </a:r>
            <a:r>
              <a:rPr lang="es" sz="1650"/>
              <a:t>es la carpeta principal donde se encuentran almacenados los archivos que componen el proyecto. El directorio contiene </a:t>
            </a:r>
            <a:r>
              <a:rPr i="1" lang="es" sz="1650"/>
              <a:t>metadatos</a:t>
            </a:r>
            <a:r>
              <a:rPr lang="es" sz="1650"/>
              <a:t> gestionados por </a:t>
            </a:r>
            <a:r>
              <a:rPr b="1" lang="es" sz="1650"/>
              <a:t>Git</a:t>
            </a:r>
            <a:r>
              <a:rPr lang="es" sz="1650"/>
              <a:t>, de manera que el proyecto es configurado como un repositorio local.</a:t>
            </a:r>
            <a:endParaRPr sz="1650"/>
          </a:p>
          <a:p>
            <a:pPr indent="-333375" lvl="0" marL="457200" rtl="0" algn="l">
              <a:spcBef>
                <a:spcPts val="0"/>
              </a:spcBef>
              <a:spcAft>
                <a:spcPts val="0"/>
              </a:spcAft>
              <a:buSzPts val="1650"/>
              <a:buChar char="●"/>
            </a:pPr>
            <a:r>
              <a:rPr b="1" lang="es" sz="1650"/>
              <a:t>Commit: </a:t>
            </a:r>
            <a:r>
              <a:rPr lang="es" sz="1650"/>
              <a:t>un </a:t>
            </a:r>
            <a:r>
              <a:rPr i="1" lang="es" sz="1650"/>
              <a:t>commit</a:t>
            </a:r>
            <a:r>
              <a:rPr lang="es" sz="1650"/>
              <a:t> es el estado de un proyecto en un determinado momento de la historia del mismo, imaginemos esto como punto por punto cada uno de los cambios que van pasando. Depende de nosotros determinar cuántos y cuales archivos incluirá cada </a:t>
            </a:r>
            <a:r>
              <a:rPr b="1" lang="es" sz="1650"/>
              <a:t>commit</a:t>
            </a:r>
            <a:r>
              <a:rPr lang="es" sz="1650"/>
              <a:t>.</a:t>
            </a:r>
            <a:endParaRPr sz="1650"/>
          </a:p>
          <a:p>
            <a:pPr indent="0" lvl="0" marL="0" rtl="0" algn="l">
              <a:spcBef>
                <a:spcPts val="1200"/>
              </a:spcBef>
              <a:spcAft>
                <a:spcPts val="1200"/>
              </a:spcAft>
              <a:buNone/>
            </a:pPr>
            <a:r>
              <a:t/>
            </a:r>
            <a:endParaRPr sz="165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4"/>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GIT | Terminología</a:t>
            </a:r>
            <a:endParaRPr/>
          </a:p>
        </p:txBody>
      </p:sp>
      <p:sp>
        <p:nvSpPr>
          <p:cNvPr id="198" name="Google Shape;198;p24"/>
          <p:cNvSpPr txBox="1"/>
          <p:nvPr>
            <p:ph idx="1" type="body"/>
          </p:nvPr>
        </p:nvSpPr>
        <p:spPr>
          <a:xfrm>
            <a:off x="432025" y="1304875"/>
            <a:ext cx="8280000" cy="3318000"/>
          </a:xfrm>
          <a:prstGeom prst="rect">
            <a:avLst/>
          </a:prstGeom>
        </p:spPr>
        <p:txBody>
          <a:bodyPr anchorCtr="0" anchor="t" bIns="91425" lIns="91425" spcFirstLastPara="1" rIns="91425" wrap="square" tIns="91425">
            <a:normAutofit lnSpcReduction="10000"/>
          </a:bodyPr>
          <a:lstStyle/>
          <a:p>
            <a:pPr indent="-333375" lvl="0" marL="457200" rtl="0" algn="l">
              <a:spcBef>
                <a:spcPts val="0"/>
              </a:spcBef>
              <a:spcAft>
                <a:spcPts val="0"/>
              </a:spcAft>
              <a:buSzPts val="1650"/>
              <a:buChar char="●"/>
            </a:pPr>
            <a:r>
              <a:rPr b="1" lang="es" sz="1650"/>
              <a:t>Rama (</a:t>
            </a:r>
            <a:r>
              <a:rPr b="1" lang="es" sz="1650"/>
              <a:t>branch</a:t>
            </a:r>
            <a:r>
              <a:rPr b="1" lang="es" sz="1650"/>
              <a:t>)</a:t>
            </a:r>
            <a:r>
              <a:rPr lang="es" sz="1650"/>
              <a:t>: una rama es una línea alterna del tiempo en la historia de nuestro repositorio. Funciona para crear </a:t>
            </a:r>
            <a:r>
              <a:rPr i="1" lang="es" sz="1650"/>
              <a:t>features</a:t>
            </a:r>
            <a:r>
              <a:rPr lang="es" sz="1650"/>
              <a:t>, arreglar </a:t>
            </a:r>
            <a:r>
              <a:rPr i="1" lang="es" sz="1650"/>
              <a:t>bugs</a:t>
            </a:r>
            <a:r>
              <a:rPr lang="es" sz="1650"/>
              <a:t>, experimentar, sin afectar la versión estable o principal del proyecto. La rama principal por defecto es </a:t>
            </a:r>
            <a:r>
              <a:rPr b="1" lang="es" sz="1650"/>
              <a:t>master</a:t>
            </a:r>
            <a:r>
              <a:rPr lang="es" sz="1650"/>
              <a:t>.</a:t>
            </a:r>
            <a:endParaRPr sz="1650"/>
          </a:p>
          <a:p>
            <a:pPr indent="-333375" lvl="0" marL="457200" rtl="0" algn="l">
              <a:spcBef>
                <a:spcPts val="0"/>
              </a:spcBef>
              <a:spcAft>
                <a:spcPts val="0"/>
              </a:spcAft>
              <a:buSzPts val="1650"/>
              <a:buChar char="●"/>
            </a:pPr>
            <a:r>
              <a:rPr b="1" lang="es" sz="1650"/>
              <a:t>Pull Request</a:t>
            </a:r>
            <a:r>
              <a:rPr lang="es" sz="1650"/>
              <a:t>: en proyectos con un equipo de trabajo, cada persona puede trabajar en una rama distinta, pero llegado el momento puede pasar que dicha rama se tenga que unir a la rama principal. Para eso se crea un</a:t>
            </a:r>
            <a:r>
              <a:rPr i="1" lang="es" sz="1650"/>
              <a:t> pull request</a:t>
            </a:r>
            <a:r>
              <a:rPr lang="es" sz="1650"/>
              <a:t> donde comunicamos el código que incluye los cambios, es revisado, comentado y </a:t>
            </a:r>
            <a:r>
              <a:rPr lang="es" sz="1650"/>
              <a:t>aprobado</a:t>
            </a:r>
            <a:r>
              <a:rPr lang="es" sz="1650"/>
              <a:t> para darle </a:t>
            </a:r>
            <a:r>
              <a:rPr i="1" lang="es" sz="1650"/>
              <a:t>merge</a:t>
            </a:r>
            <a:r>
              <a:rPr lang="es" sz="1650"/>
              <a:t>. En el contexto de GIT, </a:t>
            </a:r>
            <a:r>
              <a:rPr i="1" lang="es" sz="1650"/>
              <a:t>merge</a:t>
            </a:r>
            <a:r>
              <a:rPr lang="es" sz="1650"/>
              <a:t> significa unir dos trabajos, en este caso la rama </a:t>
            </a:r>
            <a:r>
              <a:rPr i="1" lang="es" sz="1650"/>
              <a:t>branch</a:t>
            </a:r>
            <a:r>
              <a:rPr lang="es" sz="1650"/>
              <a:t> con la rama </a:t>
            </a:r>
            <a:r>
              <a:rPr i="1" lang="es" sz="1650"/>
              <a:t>master</a:t>
            </a:r>
            <a:r>
              <a:rPr lang="es" sz="1650"/>
              <a:t>.</a:t>
            </a:r>
            <a:endParaRPr sz="165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5"/>
          <p:cNvSpPr txBox="1"/>
          <p:nvPr>
            <p:ph type="title"/>
          </p:nvPr>
        </p:nvSpPr>
        <p:spPr>
          <a:xfrm>
            <a:off x="311700" y="597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sz="2700"/>
              <a:t>GIT | Flujo de trabajo</a:t>
            </a:r>
            <a:endParaRPr/>
          </a:p>
        </p:txBody>
      </p:sp>
      <p:sp>
        <p:nvSpPr>
          <p:cNvPr id="204" name="Google Shape;204;p2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Clr>
                <a:schemeClr val="dk1"/>
              </a:buClr>
              <a:buSzPts val="1100"/>
              <a:buFont typeface="Arial"/>
              <a:buNone/>
            </a:pPr>
            <a:r>
              <a:rPr lang="es" sz="1650"/>
              <a:t>Git registra e</a:t>
            </a:r>
            <a:r>
              <a:rPr lang="es" sz="1650"/>
              <a:t>n nuestro directorio local </a:t>
            </a:r>
            <a:r>
              <a:rPr lang="es" sz="1650"/>
              <a:t>los cambios que se produzcan en los archivos o código</a:t>
            </a:r>
            <a:r>
              <a:rPr lang="es" sz="1650"/>
              <a:t>, cada vez que se lo indiquemos</a:t>
            </a:r>
            <a:r>
              <a:rPr lang="es" sz="1650"/>
              <a:t>. De esta forma podemos “viajar en el tiempo” revirtiendo cambios o restaurando versiones de código. Esto puede hacerse localmente o de forma remota (servidor externo).</a:t>
            </a:r>
            <a:endParaRPr sz="1650"/>
          </a:p>
        </p:txBody>
      </p:sp>
      <p:pic>
        <p:nvPicPr>
          <p:cNvPr descr="flujo git" id="205" name="Google Shape;205;p25"/>
          <p:cNvPicPr preferRelativeResize="0"/>
          <p:nvPr/>
        </p:nvPicPr>
        <p:blipFill rotWithShape="1">
          <a:blip r:embed="rId3">
            <a:alphaModFix/>
          </a:blip>
          <a:srcRect b="0" l="0" r="0" t="0"/>
          <a:stretch/>
        </p:blipFill>
        <p:spPr>
          <a:xfrm>
            <a:off x="4502473" y="1161301"/>
            <a:ext cx="4146451" cy="339874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6"/>
          <p:cNvSpPr txBox="1"/>
          <p:nvPr>
            <p:ph type="title"/>
          </p:nvPr>
        </p:nvSpPr>
        <p:spPr>
          <a:xfrm>
            <a:off x="311700" y="597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sz="2700"/>
              <a:t>GIT | Estados</a:t>
            </a:r>
            <a:endParaRPr sz="2700"/>
          </a:p>
        </p:txBody>
      </p:sp>
      <p:sp>
        <p:nvSpPr>
          <p:cNvPr id="211" name="Google Shape;211;p26"/>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s" sz="1650"/>
              <a:t>Working directory </a:t>
            </a:r>
            <a:r>
              <a:rPr lang="es" sz="1650"/>
              <a:t>es nuestro directorio de trabajo. Cada vez que queremos agregar un archivo al </a:t>
            </a:r>
            <a:r>
              <a:rPr b="1" lang="es" sz="1650"/>
              <a:t>staging area</a:t>
            </a:r>
            <a:r>
              <a:rPr lang="es" sz="1650"/>
              <a:t>, usamos </a:t>
            </a:r>
            <a:r>
              <a:rPr b="1" lang="es" sz="1650"/>
              <a:t>git add</a:t>
            </a:r>
            <a:r>
              <a:rPr lang="es" sz="1650"/>
              <a:t>.</a:t>
            </a:r>
            <a:endParaRPr sz="1650"/>
          </a:p>
          <a:p>
            <a:pPr indent="0" lvl="0" marL="0" rtl="0" algn="l">
              <a:spcBef>
                <a:spcPts val="1200"/>
              </a:spcBef>
              <a:spcAft>
                <a:spcPts val="1200"/>
              </a:spcAft>
              <a:buClr>
                <a:schemeClr val="dk1"/>
              </a:buClr>
              <a:buSzPts val="1100"/>
              <a:buFont typeface="Arial"/>
              <a:buNone/>
            </a:pPr>
            <a:r>
              <a:rPr lang="es" sz="1650"/>
              <a:t>Luego, cuando queremos establecer un punto de restauración, ejecutamos </a:t>
            </a:r>
            <a:r>
              <a:rPr b="1" lang="es" sz="1650"/>
              <a:t>git commit</a:t>
            </a:r>
            <a:r>
              <a:rPr lang="es" sz="1650"/>
              <a:t>, y los archivos son actualizados en el repositorio (</a:t>
            </a:r>
            <a:r>
              <a:rPr b="1" lang="es" sz="1650"/>
              <a:t>repository</a:t>
            </a:r>
            <a:r>
              <a:rPr lang="es" sz="1650"/>
              <a:t>).</a:t>
            </a:r>
            <a:endParaRPr sz="1650"/>
          </a:p>
        </p:txBody>
      </p:sp>
      <p:pic>
        <p:nvPicPr>
          <p:cNvPr id="212" name="Google Shape;212;p26"/>
          <p:cNvPicPr preferRelativeResize="0"/>
          <p:nvPr/>
        </p:nvPicPr>
        <p:blipFill>
          <a:blip r:embed="rId3">
            <a:alphaModFix/>
          </a:blip>
          <a:stretch>
            <a:fillRect/>
          </a:stretch>
        </p:blipFill>
        <p:spPr>
          <a:xfrm>
            <a:off x="4495791" y="1308452"/>
            <a:ext cx="4123633" cy="30040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7"/>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GIT | Ramas (branch y merge)</a:t>
            </a:r>
            <a:endParaRPr/>
          </a:p>
        </p:txBody>
      </p:sp>
      <p:sp>
        <p:nvSpPr>
          <p:cNvPr id="218" name="Google Shape;218;p27"/>
          <p:cNvSpPr txBox="1"/>
          <p:nvPr>
            <p:ph idx="1" type="body"/>
          </p:nvPr>
        </p:nvSpPr>
        <p:spPr>
          <a:xfrm>
            <a:off x="432025" y="1304875"/>
            <a:ext cx="8280000" cy="3318000"/>
          </a:xfrm>
          <a:prstGeom prst="rect">
            <a:avLst/>
          </a:prstGeom>
        </p:spPr>
        <p:txBody>
          <a:bodyPr anchorCtr="0" anchor="t" bIns="91425" lIns="91425" spcFirstLastPara="1" rIns="91425" wrap="square" tIns="91425">
            <a:normAutofit/>
          </a:bodyPr>
          <a:lstStyle/>
          <a:p>
            <a:pPr indent="-333375" lvl="0" marL="457200" rtl="0" algn="l">
              <a:spcBef>
                <a:spcPts val="0"/>
              </a:spcBef>
              <a:spcAft>
                <a:spcPts val="0"/>
              </a:spcAft>
              <a:buSzPts val="1650"/>
              <a:buChar char="●"/>
            </a:pPr>
            <a:r>
              <a:rPr b="1" lang="es" sz="1650"/>
              <a:t>Crear</a:t>
            </a:r>
            <a:r>
              <a:rPr lang="es" sz="1650"/>
              <a:t> una rama: </a:t>
            </a:r>
            <a:r>
              <a:rPr b="1" lang="es" sz="1650"/>
              <a:t>git branch </a:t>
            </a:r>
            <a:r>
              <a:rPr b="1" i="1" lang="es" sz="1650"/>
              <a:t>nombreBranch</a:t>
            </a:r>
            <a:endParaRPr b="1" i="1" sz="1650"/>
          </a:p>
          <a:p>
            <a:pPr indent="-333375" lvl="0" marL="457200" rtl="0" algn="l">
              <a:spcBef>
                <a:spcPts val="0"/>
              </a:spcBef>
              <a:spcAft>
                <a:spcPts val="0"/>
              </a:spcAft>
              <a:buSzPts val="1650"/>
              <a:buChar char="●"/>
            </a:pPr>
            <a:r>
              <a:rPr b="1" lang="es" sz="1650"/>
              <a:t>Unir</a:t>
            </a:r>
            <a:r>
              <a:rPr lang="es" sz="1650"/>
              <a:t> la rama a Master: </a:t>
            </a:r>
            <a:r>
              <a:rPr b="1" lang="es" sz="1650"/>
              <a:t>git merge </a:t>
            </a:r>
            <a:r>
              <a:rPr b="1" i="1" lang="es" sz="1650"/>
              <a:t>nombreBranch</a:t>
            </a:r>
            <a:endParaRPr b="1" i="1" sz="1650"/>
          </a:p>
          <a:p>
            <a:pPr indent="-333375" lvl="0" marL="457200" rtl="0" algn="l">
              <a:spcBef>
                <a:spcPts val="0"/>
              </a:spcBef>
              <a:spcAft>
                <a:spcPts val="0"/>
              </a:spcAft>
              <a:buSzPts val="1650"/>
              <a:buChar char="●"/>
            </a:pPr>
            <a:r>
              <a:rPr b="1" lang="es" sz="1650"/>
              <a:t>Mostrar</a:t>
            </a:r>
            <a:r>
              <a:rPr lang="es" sz="1650"/>
              <a:t> en qué rama nos encontramos: </a:t>
            </a:r>
            <a:r>
              <a:rPr b="1" lang="es" sz="1650"/>
              <a:t>git branch</a:t>
            </a:r>
            <a:endParaRPr b="1" sz="1650"/>
          </a:p>
          <a:p>
            <a:pPr indent="-333375" lvl="0" marL="457200" rtl="0" algn="l">
              <a:spcBef>
                <a:spcPts val="0"/>
              </a:spcBef>
              <a:spcAft>
                <a:spcPts val="0"/>
              </a:spcAft>
              <a:buSzPts val="1650"/>
              <a:buChar char="●"/>
            </a:pPr>
            <a:r>
              <a:rPr b="1" lang="es" sz="1650"/>
              <a:t>Cambiar</a:t>
            </a:r>
            <a:r>
              <a:rPr lang="es" sz="1650"/>
              <a:t> a una rama determinada: </a:t>
            </a:r>
            <a:r>
              <a:rPr b="1" lang="es" sz="1650"/>
              <a:t>git checkout </a:t>
            </a:r>
            <a:r>
              <a:rPr b="1" i="1" lang="es" sz="1650"/>
              <a:t>nombreBranch</a:t>
            </a:r>
            <a:endParaRPr b="1" i="1" sz="1650"/>
          </a:p>
        </p:txBody>
      </p:sp>
      <p:pic>
        <p:nvPicPr>
          <p:cNvPr id="219" name="Google Shape;219;p27"/>
          <p:cNvPicPr preferRelativeResize="0"/>
          <p:nvPr/>
        </p:nvPicPr>
        <p:blipFill rotWithShape="1">
          <a:blip r:embed="rId3">
            <a:alphaModFix/>
          </a:blip>
          <a:srcRect b="0" l="0" r="0" t="0"/>
          <a:stretch/>
        </p:blipFill>
        <p:spPr>
          <a:xfrm>
            <a:off x="2714025" y="2771400"/>
            <a:ext cx="3879625" cy="18514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8"/>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Comandos básicos del sistema operativo</a:t>
            </a:r>
            <a:endParaRPr/>
          </a:p>
        </p:txBody>
      </p:sp>
      <p:sp>
        <p:nvSpPr>
          <p:cNvPr id="225" name="Google Shape;225;p28"/>
          <p:cNvSpPr txBox="1"/>
          <p:nvPr>
            <p:ph idx="1" type="body"/>
          </p:nvPr>
        </p:nvSpPr>
        <p:spPr>
          <a:xfrm>
            <a:off x="432025" y="1304875"/>
            <a:ext cx="8280000" cy="331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1650"/>
              <a:t>Una vez instalado </a:t>
            </a:r>
            <a:r>
              <a:rPr b="1" lang="es" sz="1650"/>
              <a:t>git</a:t>
            </a:r>
            <a:r>
              <a:rPr lang="es" sz="1650"/>
              <a:t> y con la consola de comandos abierta (puede ser la terminal de VSCode), podemos utilizar comandos para movernos por el </a:t>
            </a:r>
            <a:r>
              <a:rPr lang="es" sz="1650"/>
              <a:t>árbol</a:t>
            </a:r>
            <a:r>
              <a:rPr lang="es" sz="1650"/>
              <a:t> de directorios (carpetas), ver su contenido, crear carpetas nuevas, etcétera.</a:t>
            </a:r>
            <a:endParaRPr sz="1650"/>
          </a:p>
          <a:p>
            <a:pPr indent="0" lvl="0" marL="0" rtl="0" algn="l">
              <a:spcBef>
                <a:spcPts val="1200"/>
              </a:spcBef>
              <a:spcAft>
                <a:spcPts val="0"/>
              </a:spcAft>
              <a:buClr>
                <a:schemeClr val="dk1"/>
              </a:buClr>
              <a:buSzPts val="1100"/>
              <a:buFont typeface="Arial"/>
              <a:buNone/>
            </a:pPr>
            <a:r>
              <a:t/>
            </a:r>
            <a:endParaRPr sz="1650"/>
          </a:p>
          <a:p>
            <a:pPr indent="0" lvl="0" marL="914400" rtl="0" algn="l">
              <a:spcBef>
                <a:spcPts val="1200"/>
              </a:spcBef>
              <a:spcAft>
                <a:spcPts val="1200"/>
              </a:spcAft>
              <a:buNone/>
            </a:pPr>
            <a:r>
              <a:t/>
            </a:r>
            <a:endParaRPr b="1" sz="1350"/>
          </a:p>
        </p:txBody>
      </p:sp>
      <p:graphicFrame>
        <p:nvGraphicFramePr>
          <p:cNvPr id="226" name="Google Shape;226;p28"/>
          <p:cNvGraphicFramePr/>
          <p:nvPr/>
        </p:nvGraphicFramePr>
        <p:xfrm>
          <a:off x="457738" y="2396950"/>
          <a:ext cx="3000000" cy="3000000"/>
        </p:xfrm>
        <a:graphic>
          <a:graphicData uri="http://schemas.openxmlformats.org/drawingml/2006/table">
            <a:tbl>
              <a:tblPr>
                <a:noFill/>
                <a:tableStyleId>{A91B8845-A7A1-4929-A3A6-9EE9F56723A0}</a:tableStyleId>
              </a:tblPr>
              <a:tblGrid>
                <a:gridCol w="2713000"/>
                <a:gridCol w="5515575"/>
              </a:tblGrid>
              <a:tr h="381850">
                <a:tc>
                  <a:txBody>
                    <a:bodyPr/>
                    <a:lstStyle/>
                    <a:p>
                      <a:pPr indent="0" lvl="0" marL="0" rtl="0" algn="ctr">
                        <a:lnSpc>
                          <a:spcPct val="100000"/>
                        </a:lnSpc>
                        <a:spcBef>
                          <a:spcPts val="0"/>
                        </a:spcBef>
                        <a:spcAft>
                          <a:spcPts val="0"/>
                        </a:spcAft>
                        <a:buNone/>
                      </a:pPr>
                      <a:r>
                        <a:rPr b="1" lang="es" sz="1200">
                          <a:latin typeface="Montserrat"/>
                          <a:ea typeface="Montserrat"/>
                          <a:cs typeface="Montserrat"/>
                          <a:sym typeface="Montserrat"/>
                        </a:rPr>
                        <a:t>Comando</a:t>
                      </a:r>
                      <a:endParaRPr b="1" sz="1200">
                        <a:latin typeface="Montserrat"/>
                        <a:ea typeface="Montserrat"/>
                        <a:cs typeface="Montserrat"/>
                        <a:sym typeface="Montserrat"/>
                      </a:endParaRPr>
                    </a:p>
                  </a:txBody>
                  <a:tcPr marT="91425" marB="91425" marR="68575" marL="68575">
                    <a:lnL cap="flat" cmpd="sng" w="12650">
                      <a:solidFill>
                        <a:srgbClr val="000000"/>
                      </a:solidFill>
                      <a:prstDash val="solid"/>
                      <a:round/>
                      <a:headEnd len="sm" w="sm" type="none"/>
                      <a:tailEnd len="sm" w="sm" type="none"/>
                    </a:lnL>
                    <a:lnR cap="flat" cmpd="sng" w="12650">
                      <a:solidFill>
                        <a:srgbClr val="000000"/>
                      </a:solidFill>
                      <a:prstDash val="solid"/>
                      <a:round/>
                      <a:headEnd len="sm" w="sm" type="none"/>
                      <a:tailEnd len="sm" w="sm" type="none"/>
                    </a:lnR>
                    <a:lnT cap="flat" cmpd="sng" w="12650">
                      <a:solidFill>
                        <a:srgbClr val="000000"/>
                      </a:solidFill>
                      <a:prstDash val="solid"/>
                      <a:round/>
                      <a:headEnd len="sm" w="sm" type="none"/>
                      <a:tailEnd len="sm" w="sm" type="none"/>
                    </a:lnT>
                    <a:lnB cap="flat" cmpd="sng" w="12650">
                      <a:solidFill>
                        <a:srgbClr val="000000"/>
                      </a:solidFill>
                      <a:prstDash val="solid"/>
                      <a:round/>
                      <a:headEnd len="sm" w="sm" type="none"/>
                      <a:tailEnd len="sm" w="sm" type="none"/>
                    </a:lnB>
                    <a:solidFill>
                      <a:srgbClr val="F8C823"/>
                    </a:solidFill>
                  </a:tcPr>
                </a:tc>
                <a:tc>
                  <a:txBody>
                    <a:bodyPr/>
                    <a:lstStyle/>
                    <a:p>
                      <a:pPr indent="0" lvl="0" marL="0" rtl="0" algn="ctr">
                        <a:lnSpc>
                          <a:spcPct val="100000"/>
                        </a:lnSpc>
                        <a:spcBef>
                          <a:spcPts val="0"/>
                        </a:spcBef>
                        <a:spcAft>
                          <a:spcPts val="0"/>
                        </a:spcAft>
                        <a:buNone/>
                      </a:pPr>
                      <a:r>
                        <a:rPr b="1" lang="es" sz="1200">
                          <a:latin typeface="Montserrat"/>
                          <a:ea typeface="Montserrat"/>
                          <a:cs typeface="Montserrat"/>
                          <a:sym typeface="Montserrat"/>
                        </a:rPr>
                        <a:t>Descripción</a:t>
                      </a:r>
                      <a:endParaRPr b="1" sz="1200">
                        <a:latin typeface="Montserrat"/>
                        <a:ea typeface="Montserrat"/>
                        <a:cs typeface="Montserrat"/>
                        <a:sym typeface="Montserrat"/>
                      </a:endParaRPr>
                    </a:p>
                  </a:txBody>
                  <a:tcPr marT="91425" marB="91425" marR="68575" marL="68575">
                    <a:lnL cap="flat" cmpd="sng" w="12650">
                      <a:solidFill>
                        <a:srgbClr val="000000"/>
                      </a:solidFill>
                      <a:prstDash val="solid"/>
                      <a:round/>
                      <a:headEnd len="sm" w="sm" type="none"/>
                      <a:tailEnd len="sm" w="sm" type="none"/>
                    </a:lnL>
                    <a:lnR cap="flat" cmpd="sng" w="12650">
                      <a:solidFill>
                        <a:srgbClr val="000000"/>
                      </a:solidFill>
                      <a:prstDash val="solid"/>
                      <a:round/>
                      <a:headEnd len="sm" w="sm" type="none"/>
                      <a:tailEnd len="sm" w="sm" type="none"/>
                    </a:lnR>
                    <a:lnT cap="flat" cmpd="sng" w="12650">
                      <a:solidFill>
                        <a:srgbClr val="000000"/>
                      </a:solidFill>
                      <a:prstDash val="solid"/>
                      <a:round/>
                      <a:headEnd len="sm" w="sm" type="none"/>
                      <a:tailEnd len="sm" w="sm" type="none"/>
                    </a:lnT>
                    <a:lnB cap="flat" cmpd="sng" w="12650">
                      <a:solidFill>
                        <a:srgbClr val="000000"/>
                      </a:solidFill>
                      <a:prstDash val="solid"/>
                      <a:round/>
                      <a:headEnd len="sm" w="sm" type="none"/>
                      <a:tailEnd len="sm" w="sm" type="none"/>
                    </a:lnB>
                    <a:solidFill>
                      <a:srgbClr val="F8C823"/>
                    </a:solidFill>
                  </a:tcPr>
                </a:tc>
              </a:tr>
              <a:tr h="227700">
                <a:tc>
                  <a:txBody>
                    <a:bodyPr/>
                    <a:lstStyle/>
                    <a:p>
                      <a:pPr indent="0" lvl="0" marL="0" rtl="0" algn="l">
                        <a:lnSpc>
                          <a:spcPct val="100000"/>
                        </a:lnSpc>
                        <a:spcBef>
                          <a:spcPts val="0"/>
                        </a:spcBef>
                        <a:spcAft>
                          <a:spcPts val="0"/>
                        </a:spcAft>
                        <a:buNone/>
                      </a:pPr>
                      <a:r>
                        <a:rPr b="1" lang="es" sz="1200">
                          <a:latin typeface="Montserrat"/>
                          <a:ea typeface="Montserrat"/>
                          <a:cs typeface="Montserrat"/>
                          <a:sym typeface="Montserrat"/>
                        </a:rPr>
                        <a:t>pwd</a:t>
                      </a:r>
                      <a:endParaRPr b="1" sz="1200">
                        <a:latin typeface="Montserrat"/>
                        <a:ea typeface="Montserrat"/>
                        <a:cs typeface="Montserrat"/>
                        <a:sym typeface="Montserrat"/>
                      </a:endParaRPr>
                    </a:p>
                  </a:txBody>
                  <a:tcPr marT="91425" marB="91425" marR="68575" marL="68575">
                    <a:lnL cap="flat" cmpd="sng" w="12650">
                      <a:solidFill>
                        <a:srgbClr val="000000"/>
                      </a:solidFill>
                      <a:prstDash val="solid"/>
                      <a:round/>
                      <a:headEnd len="sm" w="sm" type="none"/>
                      <a:tailEnd len="sm" w="sm" type="none"/>
                    </a:lnL>
                    <a:lnR cap="flat" cmpd="sng" w="12650">
                      <a:solidFill>
                        <a:srgbClr val="000000"/>
                      </a:solidFill>
                      <a:prstDash val="solid"/>
                      <a:round/>
                      <a:headEnd len="sm" w="sm" type="none"/>
                      <a:tailEnd len="sm" w="sm" type="none"/>
                    </a:lnR>
                    <a:lnT cap="flat" cmpd="sng" w="12650">
                      <a:solidFill>
                        <a:srgbClr val="000000"/>
                      </a:solidFill>
                      <a:prstDash val="solid"/>
                      <a:round/>
                      <a:headEnd len="sm" w="sm" type="none"/>
                      <a:tailEnd len="sm" w="sm" type="none"/>
                    </a:lnT>
                    <a:lnB cap="flat" cmpd="sng" w="12650">
                      <a:solidFill>
                        <a:srgbClr val="000000"/>
                      </a:solidFill>
                      <a:prstDash val="solid"/>
                      <a:round/>
                      <a:headEnd len="sm" w="sm" type="none"/>
                      <a:tailEnd len="sm" w="sm" type="none"/>
                    </a:lnB>
                  </a:tcPr>
                </a:tc>
                <a:tc>
                  <a:txBody>
                    <a:bodyPr/>
                    <a:lstStyle/>
                    <a:p>
                      <a:pPr indent="0" lvl="0" marL="0" rtl="0" algn="just">
                        <a:lnSpc>
                          <a:spcPct val="100000"/>
                        </a:lnSpc>
                        <a:spcBef>
                          <a:spcPts val="0"/>
                        </a:spcBef>
                        <a:spcAft>
                          <a:spcPts val="0"/>
                        </a:spcAft>
                        <a:buNone/>
                      </a:pPr>
                      <a:r>
                        <a:rPr lang="es" sz="1200">
                          <a:latin typeface="Montserrat"/>
                          <a:ea typeface="Montserrat"/>
                          <a:cs typeface="Montserrat"/>
                          <a:sym typeface="Montserrat"/>
                        </a:rPr>
                        <a:t>Ver en qué carpeta estamos ubicados.</a:t>
                      </a:r>
                      <a:endParaRPr sz="1200">
                        <a:latin typeface="Montserrat"/>
                        <a:ea typeface="Montserrat"/>
                        <a:cs typeface="Montserrat"/>
                        <a:sym typeface="Montserrat"/>
                      </a:endParaRPr>
                    </a:p>
                  </a:txBody>
                  <a:tcPr marT="91425" marB="91425" marR="68575" marL="68575">
                    <a:lnL cap="flat" cmpd="sng" w="12650">
                      <a:solidFill>
                        <a:srgbClr val="000000"/>
                      </a:solidFill>
                      <a:prstDash val="solid"/>
                      <a:round/>
                      <a:headEnd len="sm" w="sm" type="none"/>
                      <a:tailEnd len="sm" w="sm" type="none"/>
                    </a:lnL>
                    <a:lnR cap="flat" cmpd="sng" w="12650">
                      <a:solidFill>
                        <a:srgbClr val="000000"/>
                      </a:solidFill>
                      <a:prstDash val="solid"/>
                      <a:round/>
                      <a:headEnd len="sm" w="sm" type="none"/>
                      <a:tailEnd len="sm" w="sm" type="none"/>
                    </a:lnR>
                    <a:lnT cap="flat" cmpd="sng" w="12650">
                      <a:solidFill>
                        <a:srgbClr val="000000"/>
                      </a:solidFill>
                      <a:prstDash val="solid"/>
                      <a:round/>
                      <a:headEnd len="sm" w="sm" type="none"/>
                      <a:tailEnd len="sm" w="sm" type="none"/>
                    </a:lnT>
                    <a:lnB cap="flat" cmpd="sng" w="12650">
                      <a:solidFill>
                        <a:srgbClr val="000000"/>
                      </a:solidFill>
                      <a:prstDash val="solid"/>
                      <a:round/>
                      <a:headEnd len="sm" w="sm" type="none"/>
                      <a:tailEnd len="sm" w="sm" type="none"/>
                    </a:lnB>
                  </a:tcPr>
                </a:tc>
              </a:tr>
              <a:tr h="333375">
                <a:tc>
                  <a:txBody>
                    <a:bodyPr/>
                    <a:lstStyle/>
                    <a:p>
                      <a:pPr indent="0" lvl="0" marL="0" rtl="0" algn="l">
                        <a:lnSpc>
                          <a:spcPct val="100000"/>
                        </a:lnSpc>
                        <a:spcBef>
                          <a:spcPts val="0"/>
                        </a:spcBef>
                        <a:spcAft>
                          <a:spcPts val="0"/>
                        </a:spcAft>
                        <a:buNone/>
                      </a:pPr>
                      <a:r>
                        <a:rPr b="1" lang="es" sz="1200">
                          <a:latin typeface="Montserrat"/>
                          <a:ea typeface="Montserrat"/>
                          <a:cs typeface="Montserrat"/>
                          <a:sym typeface="Montserrat"/>
                        </a:rPr>
                        <a:t>ls</a:t>
                      </a:r>
                      <a:endParaRPr b="1" sz="1200">
                        <a:latin typeface="Montserrat"/>
                        <a:ea typeface="Montserrat"/>
                        <a:cs typeface="Montserrat"/>
                        <a:sym typeface="Montserrat"/>
                      </a:endParaRPr>
                    </a:p>
                  </a:txBody>
                  <a:tcPr marT="91425" marB="91425" marR="68575" marL="68575">
                    <a:lnL cap="flat" cmpd="sng" w="12650">
                      <a:solidFill>
                        <a:srgbClr val="000000"/>
                      </a:solidFill>
                      <a:prstDash val="solid"/>
                      <a:round/>
                      <a:headEnd len="sm" w="sm" type="none"/>
                      <a:tailEnd len="sm" w="sm" type="none"/>
                    </a:lnL>
                    <a:lnR cap="flat" cmpd="sng" w="12650">
                      <a:solidFill>
                        <a:srgbClr val="000000"/>
                      </a:solidFill>
                      <a:prstDash val="solid"/>
                      <a:round/>
                      <a:headEnd len="sm" w="sm" type="none"/>
                      <a:tailEnd len="sm" w="sm" type="none"/>
                    </a:lnR>
                    <a:lnT cap="flat" cmpd="sng" w="12650">
                      <a:solidFill>
                        <a:srgbClr val="000000"/>
                      </a:solidFill>
                      <a:prstDash val="solid"/>
                      <a:round/>
                      <a:headEnd len="sm" w="sm" type="none"/>
                      <a:tailEnd len="sm" w="sm" type="none"/>
                    </a:lnT>
                    <a:lnB cap="flat" cmpd="sng" w="12650">
                      <a:solidFill>
                        <a:srgbClr val="000000"/>
                      </a:solidFill>
                      <a:prstDash val="solid"/>
                      <a:round/>
                      <a:headEnd len="sm" w="sm" type="none"/>
                      <a:tailEnd len="sm" w="sm" type="none"/>
                    </a:lnB>
                  </a:tcPr>
                </a:tc>
                <a:tc>
                  <a:txBody>
                    <a:bodyPr/>
                    <a:lstStyle/>
                    <a:p>
                      <a:pPr indent="0" lvl="0" marL="0" rtl="0" algn="just">
                        <a:lnSpc>
                          <a:spcPct val="100000"/>
                        </a:lnSpc>
                        <a:spcBef>
                          <a:spcPts val="0"/>
                        </a:spcBef>
                        <a:spcAft>
                          <a:spcPts val="0"/>
                        </a:spcAft>
                        <a:buNone/>
                      </a:pPr>
                      <a:r>
                        <a:rPr lang="es" sz="1200">
                          <a:latin typeface="Montserrat"/>
                          <a:ea typeface="Montserrat"/>
                          <a:cs typeface="Montserrat"/>
                          <a:sym typeface="Montserrat"/>
                        </a:rPr>
                        <a:t>Mostrar el contenido de l</a:t>
                      </a:r>
                      <a:r>
                        <a:rPr lang="es" sz="1200">
                          <a:latin typeface="Montserrat"/>
                          <a:ea typeface="Montserrat"/>
                          <a:cs typeface="Montserrat"/>
                          <a:sym typeface="Montserrat"/>
                        </a:rPr>
                        <a:t>a carpeta. Agregando </a:t>
                      </a:r>
                      <a:r>
                        <a:rPr b="1" lang="es" sz="1200">
                          <a:latin typeface="Montserrat"/>
                          <a:ea typeface="Montserrat"/>
                          <a:cs typeface="Montserrat"/>
                          <a:sym typeface="Montserrat"/>
                        </a:rPr>
                        <a:t>-l</a:t>
                      </a:r>
                      <a:r>
                        <a:rPr lang="es" sz="1200">
                          <a:latin typeface="Montserrat"/>
                          <a:ea typeface="Montserrat"/>
                          <a:cs typeface="Montserrat"/>
                          <a:sym typeface="Montserrat"/>
                        </a:rPr>
                        <a:t> o </a:t>
                      </a:r>
                      <a:r>
                        <a:rPr b="1" lang="es" sz="1200">
                          <a:latin typeface="Montserrat"/>
                          <a:ea typeface="Montserrat"/>
                          <a:cs typeface="Montserrat"/>
                          <a:sym typeface="Montserrat"/>
                        </a:rPr>
                        <a:t>-lh</a:t>
                      </a:r>
                      <a:r>
                        <a:rPr lang="es" sz="1200">
                          <a:latin typeface="Montserrat"/>
                          <a:ea typeface="Montserrat"/>
                          <a:cs typeface="Montserrat"/>
                          <a:sym typeface="Montserrat"/>
                        </a:rPr>
                        <a:t> obtenemos más detalle y con </a:t>
                      </a:r>
                      <a:r>
                        <a:rPr b="1" lang="es" sz="1200">
                          <a:latin typeface="Montserrat"/>
                          <a:ea typeface="Montserrat"/>
                          <a:cs typeface="Montserrat"/>
                          <a:sym typeface="Montserrat"/>
                        </a:rPr>
                        <a:t>-la</a:t>
                      </a:r>
                      <a:r>
                        <a:rPr lang="es" sz="1200">
                          <a:latin typeface="Montserrat"/>
                          <a:ea typeface="Montserrat"/>
                          <a:cs typeface="Montserrat"/>
                          <a:sym typeface="Montserrat"/>
                        </a:rPr>
                        <a:t> muestra los archivos ocultos.</a:t>
                      </a:r>
                      <a:endParaRPr sz="1200">
                        <a:latin typeface="Montserrat"/>
                        <a:ea typeface="Montserrat"/>
                        <a:cs typeface="Montserrat"/>
                        <a:sym typeface="Montserrat"/>
                      </a:endParaRPr>
                    </a:p>
                  </a:txBody>
                  <a:tcPr marT="91425" marB="91425" marR="68575" marL="68575">
                    <a:lnL cap="flat" cmpd="sng" w="12650">
                      <a:solidFill>
                        <a:srgbClr val="000000"/>
                      </a:solidFill>
                      <a:prstDash val="solid"/>
                      <a:round/>
                      <a:headEnd len="sm" w="sm" type="none"/>
                      <a:tailEnd len="sm" w="sm" type="none"/>
                    </a:lnL>
                    <a:lnR cap="flat" cmpd="sng" w="12650">
                      <a:solidFill>
                        <a:srgbClr val="000000"/>
                      </a:solidFill>
                      <a:prstDash val="solid"/>
                      <a:round/>
                      <a:headEnd len="sm" w="sm" type="none"/>
                      <a:tailEnd len="sm" w="sm" type="none"/>
                    </a:lnR>
                    <a:lnT cap="flat" cmpd="sng" w="12650">
                      <a:solidFill>
                        <a:srgbClr val="000000"/>
                      </a:solidFill>
                      <a:prstDash val="solid"/>
                      <a:round/>
                      <a:headEnd len="sm" w="sm" type="none"/>
                      <a:tailEnd len="sm" w="sm" type="none"/>
                    </a:lnT>
                    <a:lnB cap="flat" cmpd="sng" w="12650">
                      <a:solidFill>
                        <a:srgbClr val="000000"/>
                      </a:solidFill>
                      <a:prstDash val="solid"/>
                      <a:round/>
                      <a:headEnd len="sm" w="sm" type="none"/>
                      <a:tailEnd len="sm" w="sm" type="none"/>
                    </a:lnB>
                  </a:tcPr>
                </a:tc>
              </a:tr>
              <a:tr h="171450">
                <a:tc>
                  <a:txBody>
                    <a:bodyPr/>
                    <a:lstStyle/>
                    <a:p>
                      <a:pPr indent="0" lvl="0" marL="0" rtl="0" algn="l">
                        <a:lnSpc>
                          <a:spcPct val="100000"/>
                        </a:lnSpc>
                        <a:spcBef>
                          <a:spcPts val="0"/>
                        </a:spcBef>
                        <a:spcAft>
                          <a:spcPts val="0"/>
                        </a:spcAft>
                        <a:buNone/>
                      </a:pPr>
                      <a:r>
                        <a:rPr b="1" lang="es" sz="1200">
                          <a:latin typeface="Montserrat"/>
                          <a:ea typeface="Montserrat"/>
                          <a:cs typeface="Montserrat"/>
                          <a:sym typeface="Montserrat"/>
                        </a:rPr>
                        <a:t>clear o CTRL+L</a:t>
                      </a:r>
                      <a:endParaRPr b="1" sz="1200">
                        <a:latin typeface="Montserrat"/>
                        <a:ea typeface="Montserrat"/>
                        <a:cs typeface="Montserrat"/>
                        <a:sym typeface="Montserrat"/>
                      </a:endParaRPr>
                    </a:p>
                  </a:txBody>
                  <a:tcPr marT="91425" marB="91425" marR="68575" marL="68575">
                    <a:lnL cap="flat" cmpd="sng" w="12650">
                      <a:solidFill>
                        <a:srgbClr val="000000"/>
                      </a:solidFill>
                      <a:prstDash val="solid"/>
                      <a:round/>
                      <a:headEnd len="sm" w="sm" type="none"/>
                      <a:tailEnd len="sm" w="sm" type="none"/>
                    </a:lnL>
                    <a:lnR cap="flat" cmpd="sng" w="12650">
                      <a:solidFill>
                        <a:srgbClr val="000000"/>
                      </a:solidFill>
                      <a:prstDash val="solid"/>
                      <a:round/>
                      <a:headEnd len="sm" w="sm" type="none"/>
                      <a:tailEnd len="sm" w="sm" type="none"/>
                    </a:lnR>
                    <a:lnT cap="flat" cmpd="sng" w="12650">
                      <a:solidFill>
                        <a:srgbClr val="000000"/>
                      </a:solidFill>
                      <a:prstDash val="solid"/>
                      <a:round/>
                      <a:headEnd len="sm" w="sm" type="none"/>
                      <a:tailEnd len="sm" w="sm" type="none"/>
                    </a:lnT>
                    <a:lnB cap="flat" cmpd="sng" w="12650">
                      <a:solidFill>
                        <a:srgbClr val="000000"/>
                      </a:solidFill>
                      <a:prstDash val="solid"/>
                      <a:round/>
                      <a:headEnd len="sm" w="sm" type="none"/>
                      <a:tailEnd len="sm" w="sm" type="none"/>
                    </a:lnB>
                  </a:tcPr>
                </a:tc>
                <a:tc>
                  <a:txBody>
                    <a:bodyPr/>
                    <a:lstStyle/>
                    <a:p>
                      <a:pPr indent="0" lvl="0" marL="0" rtl="0" algn="just">
                        <a:lnSpc>
                          <a:spcPct val="100000"/>
                        </a:lnSpc>
                        <a:spcBef>
                          <a:spcPts val="0"/>
                        </a:spcBef>
                        <a:spcAft>
                          <a:spcPts val="0"/>
                        </a:spcAft>
                        <a:buNone/>
                      </a:pPr>
                      <a:r>
                        <a:rPr lang="es" sz="1200">
                          <a:latin typeface="Montserrat"/>
                          <a:ea typeface="Montserrat"/>
                          <a:cs typeface="Montserrat"/>
                          <a:sym typeface="Montserrat"/>
                        </a:rPr>
                        <a:t>Limpiar </a:t>
                      </a:r>
                      <a:r>
                        <a:rPr lang="es" sz="1200">
                          <a:latin typeface="Montserrat"/>
                          <a:ea typeface="Montserrat"/>
                          <a:cs typeface="Montserrat"/>
                          <a:sym typeface="Montserrat"/>
                        </a:rPr>
                        <a:t>la pantalla.</a:t>
                      </a:r>
                      <a:endParaRPr sz="1200">
                        <a:latin typeface="Montserrat"/>
                        <a:ea typeface="Montserrat"/>
                        <a:cs typeface="Montserrat"/>
                        <a:sym typeface="Montserrat"/>
                      </a:endParaRPr>
                    </a:p>
                  </a:txBody>
                  <a:tcPr marT="91425" marB="91425" marR="68575" marL="68575">
                    <a:lnL cap="flat" cmpd="sng" w="12650">
                      <a:solidFill>
                        <a:srgbClr val="000000"/>
                      </a:solidFill>
                      <a:prstDash val="solid"/>
                      <a:round/>
                      <a:headEnd len="sm" w="sm" type="none"/>
                      <a:tailEnd len="sm" w="sm" type="none"/>
                    </a:lnL>
                    <a:lnR cap="flat" cmpd="sng" w="12650">
                      <a:solidFill>
                        <a:srgbClr val="000000"/>
                      </a:solidFill>
                      <a:prstDash val="solid"/>
                      <a:round/>
                      <a:headEnd len="sm" w="sm" type="none"/>
                      <a:tailEnd len="sm" w="sm" type="none"/>
                    </a:lnR>
                    <a:lnT cap="flat" cmpd="sng" w="12650">
                      <a:solidFill>
                        <a:srgbClr val="000000"/>
                      </a:solidFill>
                      <a:prstDash val="solid"/>
                      <a:round/>
                      <a:headEnd len="sm" w="sm" type="none"/>
                      <a:tailEnd len="sm" w="sm" type="none"/>
                    </a:lnT>
                    <a:lnB cap="flat" cmpd="sng" w="12650">
                      <a:solidFill>
                        <a:srgbClr val="000000"/>
                      </a:solidFill>
                      <a:prstDash val="solid"/>
                      <a:round/>
                      <a:headEnd len="sm" w="sm" type="none"/>
                      <a:tailEnd len="sm" w="sm" type="none"/>
                    </a:lnB>
                  </a:tcPr>
                </a:tc>
              </a:tr>
              <a:tr h="171450">
                <a:tc>
                  <a:txBody>
                    <a:bodyPr/>
                    <a:lstStyle/>
                    <a:p>
                      <a:pPr indent="0" lvl="0" marL="0" rtl="0" algn="l">
                        <a:lnSpc>
                          <a:spcPct val="100000"/>
                        </a:lnSpc>
                        <a:spcBef>
                          <a:spcPts val="0"/>
                        </a:spcBef>
                        <a:spcAft>
                          <a:spcPts val="0"/>
                        </a:spcAft>
                        <a:buNone/>
                      </a:pPr>
                      <a:r>
                        <a:rPr b="1" lang="es" sz="1200">
                          <a:latin typeface="Montserrat"/>
                          <a:ea typeface="Montserrat"/>
                          <a:cs typeface="Montserrat"/>
                          <a:sym typeface="Montserrat"/>
                        </a:rPr>
                        <a:t>cd </a:t>
                      </a:r>
                      <a:r>
                        <a:rPr lang="es" sz="1200">
                          <a:latin typeface="Montserrat"/>
                          <a:ea typeface="Montserrat"/>
                          <a:cs typeface="Montserrat"/>
                          <a:sym typeface="Montserrat"/>
                        </a:rPr>
                        <a:t>carpeta</a:t>
                      </a:r>
                      <a:endParaRPr sz="1200">
                        <a:latin typeface="Montserrat"/>
                        <a:ea typeface="Montserrat"/>
                        <a:cs typeface="Montserrat"/>
                        <a:sym typeface="Montserrat"/>
                      </a:endParaRPr>
                    </a:p>
                  </a:txBody>
                  <a:tcPr marT="91425" marB="91425" marR="68575" marL="68575">
                    <a:lnL cap="flat" cmpd="sng" w="12650">
                      <a:solidFill>
                        <a:srgbClr val="000000"/>
                      </a:solidFill>
                      <a:prstDash val="solid"/>
                      <a:round/>
                      <a:headEnd len="sm" w="sm" type="none"/>
                      <a:tailEnd len="sm" w="sm" type="none"/>
                    </a:lnL>
                    <a:lnR cap="flat" cmpd="sng" w="12650">
                      <a:solidFill>
                        <a:srgbClr val="000000"/>
                      </a:solidFill>
                      <a:prstDash val="solid"/>
                      <a:round/>
                      <a:headEnd len="sm" w="sm" type="none"/>
                      <a:tailEnd len="sm" w="sm" type="none"/>
                    </a:lnR>
                    <a:lnT cap="flat" cmpd="sng" w="12650">
                      <a:solidFill>
                        <a:srgbClr val="000000"/>
                      </a:solidFill>
                      <a:prstDash val="solid"/>
                      <a:round/>
                      <a:headEnd len="sm" w="sm" type="none"/>
                      <a:tailEnd len="sm" w="sm" type="none"/>
                    </a:lnT>
                    <a:lnB cap="flat" cmpd="sng" w="12650">
                      <a:solidFill>
                        <a:srgbClr val="000000"/>
                      </a:solidFill>
                      <a:prstDash val="solid"/>
                      <a:round/>
                      <a:headEnd len="sm" w="sm" type="none"/>
                      <a:tailEnd len="sm" w="sm" type="none"/>
                    </a:lnB>
                  </a:tcPr>
                </a:tc>
                <a:tc>
                  <a:txBody>
                    <a:bodyPr/>
                    <a:lstStyle/>
                    <a:p>
                      <a:pPr indent="0" lvl="0" marL="0" rtl="0" algn="just">
                        <a:lnSpc>
                          <a:spcPct val="100000"/>
                        </a:lnSpc>
                        <a:spcBef>
                          <a:spcPts val="0"/>
                        </a:spcBef>
                        <a:spcAft>
                          <a:spcPts val="0"/>
                        </a:spcAft>
                        <a:buNone/>
                      </a:pPr>
                      <a:r>
                        <a:rPr lang="es" sz="1200">
                          <a:latin typeface="Montserrat"/>
                          <a:ea typeface="Montserrat"/>
                          <a:cs typeface="Montserrat"/>
                          <a:sym typeface="Montserrat"/>
                        </a:rPr>
                        <a:t>Ingresar </a:t>
                      </a:r>
                      <a:r>
                        <a:rPr lang="es" sz="1200">
                          <a:latin typeface="Montserrat"/>
                          <a:ea typeface="Montserrat"/>
                          <a:cs typeface="Montserrat"/>
                          <a:sym typeface="Montserrat"/>
                        </a:rPr>
                        <a:t>en la subcarpeta (</a:t>
                      </a:r>
                      <a:r>
                        <a:rPr i="1" lang="es" sz="1200">
                          <a:latin typeface="Montserrat"/>
                          <a:ea typeface="Montserrat"/>
                          <a:cs typeface="Montserrat"/>
                          <a:sym typeface="Montserrat"/>
                        </a:rPr>
                        <a:t>cd: change directory</a:t>
                      </a:r>
                      <a:r>
                        <a:rPr lang="es" sz="1200">
                          <a:latin typeface="Montserrat"/>
                          <a:ea typeface="Montserrat"/>
                          <a:cs typeface="Montserrat"/>
                          <a:sym typeface="Montserrat"/>
                        </a:rPr>
                        <a:t>).</a:t>
                      </a:r>
                      <a:endParaRPr sz="1200">
                        <a:latin typeface="Montserrat"/>
                        <a:ea typeface="Montserrat"/>
                        <a:cs typeface="Montserrat"/>
                        <a:sym typeface="Montserrat"/>
                      </a:endParaRPr>
                    </a:p>
                  </a:txBody>
                  <a:tcPr marT="91425" marB="91425" marR="68575" marL="68575">
                    <a:lnL cap="flat" cmpd="sng" w="12650">
                      <a:solidFill>
                        <a:srgbClr val="000000"/>
                      </a:solidFill>
                      <a:prstDash val="solid"/>
                      <a:round/>
                      <a:headEnd len="sm" w="sm" type="none"/>
                      <a:tailEnd len="sm" w="sm" type="none"/>
                    </a:lnL>
                    <a:lnR cap="flat" cmpd="sng" w="12650">
                      <a:solidFill>
                        <a:srgbClr val="000000"/>
                      </a:solidFill>
                      <a:prstDash val="solid"/>
                      <a:round/>
                      <a:headEnd len="sm" w="sm" type="none"/>
                      <a:tailEnd len="sm" w="sm" type="none"/>
                    </a:lnR>
                    <a:lnT cap="flat" cmpd="sng" w="12650">
                      <a:solidFill>
                        <a:srgbClr val="000000"/>
                      </a:solidFill>
                      <a:prstDash val="solid"/>
                      <a:round/>
                      <a:headEnd len="sm" w="sm" type="none"/>
                      <a:tailEnd len="sm" w="sm" type="none"/>
                    </a:lnT>
                    <a:lnB cap="flat" cmpd="sng" w="12650">
                      <a:solidFill>
                        <a:srgbClr val="000000"/>
                      </a:solidFill>
                      <a:prstDash val="solid"/>
                      <a:round/>
                      <a:headEnd len="sm" w="sm" type="none"/>
                      <a:tailEnd len="sm" w="sm" type="none"/>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29"/>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Comandos básicos del sistema operativo</a:t>
            </a:r>
            <a:endParaRPr/>
          </a:p>
        </p:txBody>
      </p:sp>
      <p:sp>
        <p:nvSpPr>
          <p:cNvPr id="232" name="Google Shape;232;p29"/>
          <p:cNvSpPr txBox="1"/>
          <p:nvPr>
            <p:ph idx="1" type="body"/>
          </p:nvPr>
        </p:nvSpPr>
        <p:spPr>
          <a:xfrm>
            <a:off x="432025" y="1304875"/>
            <a:ext cx="8280000" cy="331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1650"/>
          </a:p>
          <a:p>
            <a:pPr indent="0" lvl="0" marL="0" rtl="0" algn="l">
              <a:spcBef>
                <a:spcPts val="1200"/>
              </a:spcBef>
              <a:spcAft>
                <a:spcPts val="0"/>
              </a:spcAft>
              <a:buNone/>
            </a:pPr>
            <a:r>
              <a:t/>
            </a:r>
            <a:endParaRPr sz="1650"/>
          </a:p>
          <a:p>
            <a:pPr indent="0" lvl="0" marL="914400" rtl="0" algn="l">
              <a:spcBef>
                <a:spcPts val="1200"/>
              </a:spcBef>
              <a:spcAft>
                <a:spcPts val="1200"/>
              </a:spcAft>
              <a:buNone/>
            </a:pPr>
            <a:r>
              <a:t/>
            </a:r>
            <a:endParaRPr b="1" sz="1350"/>
          </a:p>
        </p:txBody>
      </p:sp>
      <p:graphicFrame>
        <p:nvGraphicFramePr>
          <p:cNvPr id="233" name="Google Shape;233;p29"/>
          <p:cNvGraphicFramePr/>
          <p:nvPr/>
        </p:nvGraphicFramePr>
        <p:xfrm>
          <a:off x="449000" y="1377275"/>
          <a:ext cx="3000000" cy="3000000"/>
        </p:xfrm>
        <a:graphic>
          <a:graphicData uri="http://schemas.openxmlformats.org/drawingml/2006/table">
            <a:tbl>
              <a:tblPr>
                <a:noFill/>
                <a:tableStyleId>{A91B8845-A7A1-4929-A3A6-9EE9F56723A0}</a:tableStyleId>
              </a:tblPr>
              <a:tblGrid>
                <a:gridCol w="2713000"/>
                <a:gridCol w="5515575"/>
              </a:tblGrid>
              <a:tr h="381850">
                <a:tc>
                  <a:txBody>
                    <a:bodyPr/>
                    <a:lstStyle/>
                    <a:p>
                      <a:pPr indent="0" lvl="0" marL="0" rtl="0" algn="ctr">
                        <a:lnSpc>
                          <a:spcPct val="100000"/>
                        </a:lnSpc>
                        <a:spcBef>
                          <a:spcPts val="0"/>
                        </a:spcBef>
                        <a:spcAft>
                          <a:spcPts val="0"/>
                        </a:spcAft>
                        <a:buNone/>
                      </a:pPr>
                      <a:r>
                        <a:rPr b="1" lang="es" sz="1200">
                          <a:latin typeface="Montserrat"/>
                          <a:ea typeface="Montserrat"/>
                          <a:cs typeface="Montserrat"/>
                          <a:sym typeface="Montserrat"/>
                        </a:rPr>
                        <a:t>Comando</a:t>
                      </a:r>
                      <a:endParaRPr b="1" sz="1200">
                        <a:latin typeface="Montserrat"/>
                        <a:ea typeface="Montserrat"/>
                        <a:cs typeface="Montserrat"/>
                        <a:sym typeface="Montserrat"/>
                      </a:endParaRPr>
                    </a:p>
                  </a:txBody>
                  <a:tcPr marT="91425" marB="91425" marR="68575" marL="68575">
                    <a:lnL cap="flat" cmpd="sng" w="12650">
                      <a:solidFill>
                        <a:srgbClr val="000000"/>
                      </a:solidFill>
                      <a:prstDash val="solid"/>
                      <a:round/>
                      <a:headEnd len="sm" w="sm" type="none"/>
                      <a:tailEnd len="sm" w="sm" type="none"/>
                    </a:lnL>
                    <a:lnR cap="flat" cmpd="sng" w="12650">
                      <a:solidFill>
                        <a:srgbClr val="000000"/>
                      </a:solidFill>
                      <a:prstDash val="solid"/>
                      <a:round/>
                      <a:headEnd len="sm" w="sm" type="none"/>
                      <a:tailEnd len="sm" w="sm" type="none"/>
                    </a:lnR>
                    <a:lnT cap="flat" cmpd="sng" w="12650">
                      <a:solidFill>
                        <a:srgbClr val="000000"/>
                      </a:solidFill>
                      <a:prstDash val="solid"/>
                      <a:round/>
                      <a:headEnd len="sm" w="sm" type="none"/>
                      <a:tailEnd len="sm" w="sm" type="none"/>
                    </a:lnT>
                    <a:lnB cap="flat" cmpd="sng" w="12650">
                      <a:solidFill>
                        <a:srgbClr val="000000"/>
                      </a:solidFill>
                      <a:prstDash val="solid"/>
                      <a:round/>
                      <a:headEnd len="sm" w="sm" type="none"/>
                      <a:tailEnd len="sm" w="sm" type="none"/>
                    </a:lnB>
                    <a:solidFill>
                      <a:srgbClr val="F8C823"/>
                    </a:solidFill>
                  </a:tcPr>
                </a:tc>
                <a:tc>
                  <a:txBody>
                    <a:bodyPr/>
                    <a:lstStyle/>
                    <a:p>
                      <a:pPr indent="0" lvl="0" marL="0" rtl="0" algn="ctr">
                        <a:lnSpc>
                          <a:spcPct val="100000"/>
                        </a:lnSpc>
                        <a:spcBef>
                          <a:spcPts val="0"/>
                        </a:spcBef>
                        <a:spcAft>
                          <a:spcPts val="0"/>
                        </a:spcAft>
                        <a:buNone/>
                      </a:pPr>
                      <a:r>
                        <a:rPr b="1" lang="es" sz="1200">
                          <a:latin typeface="Montserrat"/>
                          <a:ea typeface="Montserrat"/>
                          <a:cs typeface="Montserrat"/>
                          <a:sym typeface="Montserrat"/>
                        </a:rPr>
                        <a:t>Descripción</a:t>
                      </a:r>
                      <a:endParaRPr b="1" sz="1200">
                        <a:latin typeface="Montserrat"/>
                        <a:ea typeface="Montserrat"/>
                        <a:cs typeface="Montserrat"/>
                        <a:sym typeface="Montserrat"/>
                      </a:endParaRPr>
                    </a:p>
                  </a:txBody>
                  <a:tcPr marT="91425" marB="91425" marR="68575" marL="68575">
                    <a:lnL cap="flat" cmpd="sng" w="12650">
                      <a:solidFill>
                        <a:srgbClr val="000000"/>
                      </a:solidFill>
                      <a:prstDash val="solid"/>
                      <a:round/>
                      <a:headEnd len="sm" w="sm" type="none"/>
                      <a:tailEnd len="sm" w="sm" type="none"/>
                    </a:lnL>
                    <a:lnR cap="flat" cmpd="sng" w="12650">
                      <a:solidFill>
                        <a:srgbClr val="000000"/>
                      </a:solidFill>
                      <a:prstDash val="solid"/>
                      <a:round/>
                      <a:headEnd len="sm" w="sm" type="none"/>
                      <a:tailEnd len="sm" w="sm" type="none"/>
                    </a:lnR>
                    <a:lnT cap="flat" cmpd="sng" w="12650">
                      <a:solidFill>
                        <a:srgbClr val="000000"/>
                      </a:solidFill>
                      <a:prstDash val="solid"/>
                      <a:round/>
                      <a:headEnd len="sm" w="sm" type="none"/>
                      <a:tailEnd len="sm" w="sm" type="none"/>
                    </a:lnT>
                    <a:lnB cap="flat" cmpd="sng" w="12650">
                      <a:solidFill>
                        <a:srgbClr val="000000"/>
                      </a:solidFill>
                      <a:prstDash val="solid"/>
                      <a:round/>
                      <a:headEnd len="sm" w="sm" type="none"/>
                      <a:tailEnd len="sm" w="sm" type="none"/>
                    </a:lnB>
                    <a:solidFill>
                      <a:srgbClr val="F8C823"/>
                    </a:solidFill>
                  </a:tcPr>
                </a:tc>
              </a:tr>
              <a:tr h="171450">
                <a:tc>
                  <a:txBody>
                    <a:bodyPr/>
                    <a:lstStyle/>
                    <a:p>
                      <a:pPr indent="0" lvl="0" marL="0" marR="0" rtl="0" algn="just">
                        <a:lnSpc>
                          <a:spcPct val="100000"/>
                        </a:lnSpc>
                        <a:spcBef>
                          <a:spcPts val="0"/>
                        </a:spcBef>
                        <a:spcAft>
                          <a:spcPts val="0"/>
                        </a:spcAft>
                        <a:buNone/>
                      </a:pPr>
                      <a:r>
                        <a:rPr b="1" lang="es" sz="1200">
                          <a:latin typeface="Montserrat"/>
                          <a:ea typeface="Montserrat"/>
                          <a:cs typeface="Montserrat"/>
                          <a:sym typeface="Montserrat"/>
                        </a:rPr>
                        <a:t>mkdir </a:t>
                      </a:r>
                      <a:r>
                        <a:rPr i="1" lang="es" sz="1200">
                          <a:latin typeface="Montserrat"/>
                          <a:ea typeface="Montserrat"/>
                          <a:cs typeface="Montserrat"/>
                          <a:sym typeface="Montserrat"/>
                        </a:rPr>
                        <a:t>nombrecarpeta</a:t>
                      </a:r>
                      <a:endParaRPr i="1" sz="1200">
                        <a:latin typeface="Montserrat"/>
                        <a:ea typeface="Montserrat"/>
                        <a:cs typeface="Montserrat"/>
                        <a:sym typeface="Montserrat"/>
                      </a:endParaRPr>
                    </a:p>
                  </a:txBody>
                  <a:tcPr marT="91425" marB="91425" marR="68575" marL="68575">
                    <a:lnL cap="flat" cmpd="sng" w="12650">
                      <a:solidFill>
                        <a:srgbClr val="000000"/>
                      </a:solidFill>
                      <a:prstDash val="solid"/>
                      <a:round/>
                      <a:headEnd len="sm" w="sm" type="none"/>
                      <a:tailEnd len="sm" w="sm" type="none"/>
                    </a:lnL>
                    <a:lnR cap="flat" cmpd="sng" w="12650">
                      <a:solidFill>
                        <a:srgbClr val="000000"/>
                      </a:solidFill>
                      <a:prstDash val="solid"/>
                      <a:round/>
                      <a:headEnd len="sm" w="sm" type="none"/>
                      <a:tailEnd len="sm" w="sm" type="none"/>
                    </a:lnR>
                    <a:lnT cap="flat" cmpd="sng" w="12650">
                      <a:solidFill>
                        <a:srgbClr val="000000"/>
                      </a:solidFill>
                      <a:prstDash val="solid"/>
                      <a:round/>
                      <a:headEnd len="sm" w="sm" type="none"/>
                      <a:tailEnd len="sm" w="sm" type="none"/>
                    </a:lnT>
                    <a:lnB cap="flat" cmpd="sng" w="12650">
                      <a:solidFill>
                        <a:srgbClr val="000000"/>
                      </a:solidFill>
                      <a:prstDash val="solid"/>
                      <a:round/>
                      <a:headEnd len="sm" w="sm" type="none"/>
                      <a:tailEnd len="sm" w="sm" type="none"/>
                    </a:lnB>
                  </a:tcPr>
                </a:tc>
                <a:tc>
                  <a:txBody>
                    <a:bodyPr/>
                    <a:lstStyle/>
                    <a:p>
                      <a:pPr indent="0" lvl="0" marL="0" marR="0" rtl="0" algn="just">
                        <a:lnSpc>
                          <a:spcPct val="100000"/>
                        </a:lnSpc>
                        <a:spcBef>
                          <a:spcPts val="0"/>
                        </a:spcBef>
                        <a:spcAft>
                          <a:spcPts val="0"/>
                        </a:spcAft>
                        <a:buNone/>
                      </a:pPr>
                      <a:r>
                        <a:rPr lang="es" sz="1200">
                          <a:latin typeface="Montserrat"/>
                          <a:ea typeface="Montserrat"/>
                          <a:cs typeface="Montserrat"/>
                          <a:sym typeface="Montserrat"/>
                        </a:rPr>
                        <a:t>Nos permite crear una carpeta.</a:t>
                      </a:r>
                      <a:endParaRPr sz="1200">
                        <a:latin typeface="Montserrat"/>
                        <a:ea typeface="Montserrat"/>
                        <a:cs typeface="Montserrat"/>
                        <a:sym typeface="Montserrat"/>
                      </a:endParaRPr>
                    </a:p>
                  </a:txBody>
                  <a:tcPr marT="91425" marB="91425" marR="68575" marL="68575">
                    <a:lnL cap="flat" cmpd="sng" w="12650">
                      <a:solidFill>
                        <a:srgbClr val="000000"/>
                      </a:solidFill>
                      <a:prstDash val="solid"/>
                      <a:round/>
                      <a:headEnd len="sm" w="sm" type="none"/>
                      <a:tailEnd len="sm" w="sm" type="none"/>
                    </a:lnL>
                    <a:lnR cap="flat" cmpd="sng" w="12650">
                      <a:solidFill>
                        <a:srgbClr val="000000"/>
                      </a:solidFill>
                      <a:prstDash val="solid"/>
                      <a:round/>
                      <a:headEnd len="sm" w="sm" type="none"/>
                      <a:tailEnd len="sm" w="sm" type="none"/>
                    </a:lnR>
                    <a:lnT cap="flat" cmpd="sng" w="12650">
                      <a:solidFill>
                        <a:srgbClr val="000000"/>
                      </a:solidFill>
                      <a:prstDash val="solid"/>
                      <a:round/>
                      <a:headEnd len="sm" w="sm" type="none"/>
                      <a:tailEnd len="sm" w="sm" type="none"/>
                    </a:lnT>
                    <a:lnB cap="flat" cmpd="sng" w="12650">
                      <a:solidFill>
                        <a:srgbClr val="000000"/>
                      </a:solidFill>
                      <a:prstDash val="solid"/>
                      <a:round/>
                      <a:headEnd len="sm" w="sm" type="none"/>
                      <a:tailEnd len="sm" w="sm" type="none"/>
                    </a:lnB>
                  </a:tcPr>
                </a:tc>
              </a:tr>
              <a:tr h="327475">
                <a:tc>
                  <a:txBody>
                    <a:bodyPr/>
                    <a:lstStyle/>
                    <a:p>
                      <a:pPr indent="0" lvl="0" marL="0" rtl="0" algn="l">
                        <a:lnSpc>
                          <a:spcPct val="100000"/>
                        </a:lnSpc>
                        <a:spcBef>
                          <a:spcPts val="0"/>
                        </a:spcBef>
                        <a:spcAft>
                          <a:spcPts val="0"/>
                        </a:spcAft>
                        <a:buNone/>
                      </a:pPr>
                      <a:r>
                        <a:rPr b="1" lang="es" sz="1200">
                          <a:latin typeface="Montserrat"/>
                          <a:ea typeface="Montserrat"/>
                          <a:cs typeface="Montserrat"/>
                          <a:sym typeface="Montserrat"/>
                        </a:rPr>
                        <a:t>rm </a:t>
                      </a:r>
                      <a:r>
                        <a:rPr i="1" lang="es" sz="1200">
                          <a:latin typeface="Montserrat"/>
                          <a:ea typeface="Montserrat"/>
                          <a:cs typeface="Montserrat"/>
                          <a:sym typeface="Montserrat"/>
                        </a:rPr>
                        <a:t>archivo.ext</a:t>
                      </a:r>
                      <a:endParaRPr i="1" sz="1200">
                        <a:latin typeface="Montserrat"/>
                        <a:ea typeface="Montserrat"/>
                        <a:cs typeface="Montserrat"/>
                        <a:sym typeface="Montserrat"/>
                      </a:endParaRPr>
                    </a:p>
                  </a:txBody>
                  <a:tcPr marT="91425" marB="91425" marR="68575" marL="68575">
                    <a:lnL cap="flat" cmpd="sng" w="12650">
                      <a:solidFill>
                        <a:srgbClr val="000000"/>
                      </a:solidFill>
                      <a:prstDash val="solid"/>
                      <a:round/>
                      <a:headEnd len="sm" w="sm" type="none"/>
                      <a:tailEnd len="sm" w="sm" type="none"/>
                    </a:lnL>
                    <a:lnR cap="flat" cmpd="sng" w="12650">
                      <a:solidFill>
                        <a:srgbClr val="000000"/>
                      </a:solidFill>
                      <a:prstDash val="solid"/>
                      <a:round/>
                      <a:headEnd len="sm" w="sm" type="none"/>
                      <a:tailEnd len="sm" w="sm" type="none"/>
                    </a:lnR>
                    <a:lnT cap="flat" cmpd="sng" w="12650">
                      <a:solidFill>
                        <a:srgbClr val="000000"/>
                      </a:solidFill>
                      <a:prstDash val="solid"/>
                      <a:round/>
                      <a:headEnd len="sm" w="sm" type="none"/>
                      <a:tailEnd len="sm" w="sm" type="none"/>
                    </a:lnT>
                    <a:lnB cap="flat" cmpd="sng" w="12650">
                      <a:solidFill>
                        <a:srgbClr val="000000"/>
                      </a:solidFill>
                      <a:prstDash val="solid"/>
                      <a:round/>
                      <a:headEnd len="sm" w="sm" type="none"/>
                      <a:tailEnd len="sm" w="sm" type="none"/>
                    </a:lnB>
                  </a:tcPr>
                </a:tc>
                <a:tc>
                  <a:txBody>
                    <a:bodyPr/>
                    <a:lstStyle/>
                    <a:p>
                      <a:pPr indent="0" lvl="0" marL="0" rtl="0" algn="just">
                        <a:lnSpc>
                          <a:spcPct val="100000"/>
                        </a:lnSpc>
                        <a:spcBef>
                          <a:spcPts val="0"/>
                        </a:spcBef>
                        <a:spcAft>
                          <a:spcPts val="0"/>
                        </a:spcAft>
                        <a:buNone/>
                      </a:pPr>
                      <a:r>
                        <a:rPr lang="es" sz="1200">
                          <a:latin typeface="Montserrat"/>
                          <a:ea typeface="Montserrat"/>
                          <a:cs typeface="Montserrat"/>
                          <a:sym typeface="Montserrat"/>
                        </a:rPr>
                        <a:t>Elimina el archivo, donde </a:t>
                      </a:r>
                      <a:r>
                        <a:rPr b="1" i="1" lang="es" sz="1200">
                          <a:latin typeface="Montserrat"/>
                          <a:ea typeface="Montserrat"/>
                          <a:cs typeface="Montserrat"/>
                          <a:sym typeface="Montserrat"/>
                        </a:rPr>
                        <a:t>ext</a:t>
                      </a:r>
                      <a:r>
                        <a:rPr lang="es" sz="1200">
                          <a:latin typeface="Montserrat"/>
                          <a:ea typeface="Montserrat"/>
                          <a:cs typeface="Montserrat"/>
                          <a:sym typeface="Montserrat"/>
                        </a:rPr>
                        <a:t> es la extensión.</a:t>
                      </a:r>
                      <a:endParaRPr sz="1200">
                        <a:latin typeface="Montserrat"/>
                        <a:ea typeface="Montserrat"/>
                        <a:cs typeface="Montserrat"/>
                        <a:sym typeface="Montserrat"/>
                      </a:endParaRPr>
                    </a:p>
                  </a:txBody>
                  <a:tcPr marT="91425" marB="91425" marR="68575" marL="68575">
                    <a:lnL cap="flat" cmpd="sng" w="12650">
                      <a:solidFill>
                        <a:srgbClr val="000000"/>
                      </a:solidFill>
                      <a:prstDash val="solid"/>
                      <a:round/>
                      <a:headEnd len="sm" w="sm" type="none"/>
                      <a:tailEnd len="sm" w="sm" type="none"/>
                    </a:lnL>
                    <a:lnR cap="flat" cmpd="sng" w="12650">
                      <a:solidFill>
                        <a:srgbClr val="000000"/>
                      </a:solidFill>
                      <a:prstDash val="solid"/>
                      <a:round/>
                      <a:headEnd len="sm" w="sm" type="none"/>
                      <a:tailEnd len="sm" w="sm" type="none"/>
                    </a:lnR>
                    <a:lnT cap="flat" cmpd="sng" w="12650">
                      <a:solidFill>
                        <a:srgbClr val="000000"/>
                      </a:solidFill>
                      <a:prstDash val="solid"/>
                      <a:round/>
                      <a:headEnd len="sm" w="sm" type="none"/>
                      <a:tailEnd len="sm" w="sm" type="none"/>
                    </a:lnT>
                    <a:lnB cap="flat" cmpd="sng" w="12650">
                      <a:solidFill>
                        <a:srgbClr val="000000"/>
                      </a:solidFill>
                      <a:prstDash val="solid"/>
                      <a:round/>
                      <a:headEnd len="sm" w="sm" type="none"/>
                      <a:tailEnd len="sm" w="sm" type="none"/>
                    </a:lnB>
                  </a:tcPr>
                </a:tc>
              </a:tr>
              <a:tr h="327475">
                <a:tc>
                  <a:txBody>
                    <a:bodyPr/>
                    <a:lstStyle/>
                    <a:p>
                      <a:pPr indent="0" lvl="0" marL="0" rtl="0" algn="l">
                        <a:lnSpc>
                          <a:spcPct val="100000"/>
                        </a:lnSpc>
                        <a:spcBef>
                          <a:spcPts val="0"/>
                        </a:spcBef>
                        <a:spcAft>
                          <a:spcPts val="0"/>
                        </a:spcAft>
                        <a:buNone/>
                      </a:pPr>
                      <a:r>
                        <a:rPr b="1" lang="es" sz="1200">
                          <a:latin typeface="Montserrat"/>
                          <a:ea typeface="Montserrat"/>
                          <a:cs typeface="Montserrat"/>
                          <a:sym typeface="Montserrat"/>
                        </a:rPr>
                        <a:t>rm </a:t>
                      </a:r>
                      <a:r>
                        <a:rPr i="1" lang="es" sz="1200">
                          <a:latin typeface="Montserrat"/>
                          <a:ea typeface="Montserrat"/>
                          <a:cs typeface="Montserrat"/>
                          <a:sym typeface="Montserrat"/>
                        </a:rPr>
                        <a:t>–r nombredecarpeta/</a:t>
                      </a:r>
                      <a:endParaRPr i="1" sz="1200">
                        <a:latin typeface="Montserrat"/>
                        <a:ea typeface="Montserrat"/>
                        <a:cs typeface="Montserrat"/>
                        <a:sym typeface="Montserrat"/>
                      </a:endParaRPr>
                    </a:p>
                  </a:txBody>
                  <a:tcPr marT="91425" marB="91425" marR="68575" marL="68575">
                    <a:lnL cap="flat" cmpd="sng" w="12650">
                      <a:solidFill>
                        <a:srgbClr val="000000"/>
                      </a:solidFill>
                      <a:prstDash val="solid"/>
                      <a:round/>
                      <a:headEnd len="sm" w="sm" type="none"/>
                      <a:tailEnd len="sm" w="sm" type="none"/>
                    </a:lnL>
                    <a:lnR cap="flat" cmpd="sng" w="12650">
                      <a:solidFill>
                        <a:srgbClr val="000000"/>
                      </a:solidFill>
                      <a:prstDash val="solid"/>
                      <a:round/>
                      <a:headEnd len="sm" w="sm" type="none"/>
                      <a:tailEnd len="sm" w="sm" type="none"/>
                    </a:lnR>
                    <a:lnT cap="flat" cmpd="sng" w="12650">
                      <a:solidFill>
                        <a:srgbClr val="000000"/>
                      </a:solidFill>
                      <a:prstDash val="solid"/>
                      <a:round/>
                      <a:headEnd len="sm" w="sm" type="none"/>
                      <a:tailEnd len="sm" w="sm" type="none"/>
                    </a:lnT>
                    <a:lnB cap="flat" cmpd="sng" w="12650">
                      <a:solidFill>
                        <a:srgbClr val="000000"/>
                      </a:solidFill>
                      <a:prstDash val="solid"/>
                      <a:round/>
                      <a:headEnd len="sm" w="sm" type="none"/>
                      <a:tailEnd len="sm" w="sm" type="none"/>
                    </a:lnB>
                  </a:tcPr>
                </a:tc>
                <a:tc>
                  <a:txBody>
                    <a:bodyPr/>
                    <a:lstStyle/>
                    <a:p>
                      <a:pPr indent="0" lvl="0" marL="0" marR="0" rtl="0" algn="just">
                        <a:lnSpc>
                          <a:spcPct val="100000"/>
                        </a:lnSpc>
                        <a:spcBef>
                          <a:spcPts val="0"/>
                        </a:spcBef>
                        <a:spcAft>
                          <a:spcPts val="0"/>
                        </a:spcAft>
                        <a:buNone/>
                      </a:pPr>
                      <a:r>
                        <a:rPr lang="es" sz="1200">
                          <a:latin typeface="Montserrat"/>
                          <a:ea typeface="Montserrat"/>
                          <a:cs typeface="Montserrat"/>
                          <a:sym typeface="Montserrat"/>
                        </a:rPr>
                        <a:t>Elimina la carpeta.</a:t>
                      </a:r>
                      <a:endParaRPr sz="1200">
                        <a:latin typeface="Montserrat"/>
                        <a:ea typeface="Montserrat"/>
                        <a:cs typeface="Montserrat"/>
                        <a:sym typeface="Montserrat"/>
                      </a:endParaRPr>
                    </a:p>
                  </a:txBody>
                  <a:tcPr marT="91425" marB="91425" marR="68575" marL="68575">
                    <a:lnL cap="flat" cmpd="sng" w="12650">
                      <a:solidFill>
                        <a:srgbClr val="000000"/>
                      </a:solidFill>
                      <a:prstDash val="solid"/>
                      <a:round/>
                      <a:headEnd len="sm" w="sm" type="none"/>
                      <a:tailEnd len="sm" w="sm" type="none"/>
                    </a:lnL>
                    <a:lnR cap="flat" cmpd="sng" w="12650">
                      <a:solidFill>
                        <a:srgbClr val="000000"/>
                      </a:solidFill>
                      <a:prstDash val="solid"/>
                      <a:round/>
                      <a:headEnd len="sm" w="sm" type="none"/>
                      <a:tailEnd len="sm" w="sm" type="none"/>
                    </a:lnR>
                    <a:lnT cap="flat" cmpd="sng" w="12650">
                      <a:solidFill>
                        <a:srgbClr val="000000"/>
                      </a:solidFill>
                      <a:prstDash val="solid"/>
                      <a:round/>
                      <a:headEnd len="sm" w="sm" type="none"/>
                      <a:tailEnd len="sm" w="sm" type="none"/>
                    </a:lnT>
                    <a:lnB cap="flat" cmpd="sng" w="12650">
                      <a:solidFill>
                        <a:srgbClr val="000000"/>
                      </a:solidFill>
                      <a:prstDash val="solid"/>
                      <a:round/>
                      <a:headEnd len="sm" w="sm" type="none"/>
                      <a:tailEnd len="sm" w="sm" type="none"/>
                    </a:lnB>
                  </a:tcPr>
                </a:tc>
              </a:tr>
              <a:tr h="171450">
                <a:tc>
                  <a:txBody>
                    <a:bodyPr/>
                    <a:lstStyle/>
                    <a:p>
                      <a:pPr indent="0" lvl="0" marL="0" rtl="0" algn="l">
                        <a:lnSpc>
                          <a:spcPct val="100000"/>
                        </a:lnSpc>
                        <a:spcBef>
                          <a:spcPts val="0"/>
                        </a:spcBef>
                        <a:spcAft>
                          <a:spcPts val="0"/>
                        </a:spcAft>
                        <a:buNone/>
                      </a:pPr>
                      <a:r>
                        <a:rPr b="1" lang="es" sz="1200">
                          <a:latin typeface="Montserrat"/>
                          <a:ea typeface="Montserrat"/>
                          <a:cs typeface="Montserrat"/>
                          <a:sym typeface="Montserrat"/>
                        </a:rPr>
                        <a:t>mv </a:t>
                      </a:r>
                      <a:r>
                        <a:rPr i="1" lang="es" sz="1200">
                          <a:latin typeface="Montserrat"/>
                          <a:ea typeface="Montserrat"/>
                          <a:cs typeface="Montserrat"/>
                          <a:sym typeface="Montserrat"/>
                        </a:rPr>
                        <a:t>nombreoriginal.ext nombrenuevo.ext</a:t>
                      </a:r>
                      <a:endParaRPr i="1" sz="1200">
                        <a:latin typeface="Montserrat"/>
                        <a:ea typeface="Montserrat"/>
                        <a:cs typeface="Montserrat"/>
                        <a:sym typeface="Montserrat"/>
                      </a:endParaRPr>
                    </a:p>
                  </a:txBody>
                  <a:tcPr marT="91425" marB="91425" marR="68575" marL="68575">
                    <a:lnL cap="flat" cmpd="sng" w="12650">
                      <a:solidFill>
                        <a:srgbClr val="000000"/>
                      </a:solidFill>
                      <a:prstDash val="solid"/>
                      <a:round/>
                      <a:headEnd len="sm" w="sm" type="none"/>
                      <a:tailEnd len="sm" w="sm" type="none"/>
                    </a:lnL>
                    <a:lnR cap="flat" cmpd="sng" w="12650">
                      <a:solidFill>
                        <a:srgbClr val="000000"/>
                      </a:solidFill>
                      <a:prstDash val="solid"/>
                      <a:round/>
                      <a:headEnd len="sm" w="sm" type="none"/>
                      <a:tailEnd len="sm" w="sm" type="none"/>
                    </a:lnR>
                    <a:lnT cap="flat" cmpd="sng" w="12650">
                      <a:solidFill>
                        <a:srgbClr val="000000"/>
                      </a:solidFill>
                      <a:prstDash val="solid"/>
                      <a:round/>
                      <a:headEnd len="sm" w="sm" type="none"/>
                      <a:tailEnd len="sm" w="sm" type="none"/>
                    </a:lnT>
                    <a:lnB cap="flat" cmpd="sng" w="12650">
                      <a:solidFill>
                        <a:srgbClr val="000000"/>
                      </a:solidFill>
                      <a:prstDash val="solid"/>
                      <a:round/>
                      <a:headEnd len="sm" w="sm" type="none"/>
                      <a:tailEnd len="sm" w="sm" type="none"/>
                    </a:lnB>
                  </a:tcPr>
                </a:tc>
                <a:tc>
                  <a:txBody>
                    <a:bodyPr/>
                    <a:lstStyle/>
                    <a:p>
                      <a:pPr indent="0" lvl="0" marL="0" marR="0" rtl="0" algn="just">
                        <a:lnSpc>
                          <a:spcPct val="100000"/>
                        </a:lnSpc>
                        <a:spcBef>
                          <a:spcPts val="0"/>
                        </a:spcBef>
                        <a:spcAft>
                          <a:spcPts val="0"/>
                        </a:spcAft>
                        <a:buNone/>
                      </a:pPr>
                      <a:r>
                        <a:rPr lang="es" sz="1200">
                          <a:latin typeface="Montserrat"/>
                          <a:ea typeface="Montserrat"/>
                          <a:cs typeface="Montserrat"/>
                          <a:sym typeface="Montserrat"/>
                        </a:rPr>
                        <a:t>Cambia el nombre a un archivo (agregando la </a:t>
                      </a:r>
                      <a:r>
                        <a:rPr lang="es" sz="1200">
                          <a:solidFill>
                            <a:schemeClr val="dk1"/>
                          </a:solidFill>
                          <a:latin typeface="Montserrat"/>
                          <a:ea typeface="Montserrat"/>
                          <a:cs typeface="Montserrat"/>
                          <a:sym typeface="Montserrat"/>
                        </a:rPr>
                        <a:t>extensión</a:t>
                      </a:r>
                      <a:r>
                        <a:rPr lang="es" sz="1200">
                          <a:latin typeface="Montserrat"/>
                          <a:ea typeface="Montserrat"/>
                          <a:cs typeface="Montserrat"/>
                          <a:sym typeface="Montserrat"/>
                        </a:rPr>
                        <a:t>) o a una carpeta.</a:t>
                      </a:r>
                      <a:endParaRPr sz="1200">
                        <a:latin typeface="Montserrat"/>
                        <a:ea typeface="Montserrat"/>
                        <a:cs typeface="Montserrat"/>
                        <a:sym typeface="Montserrat"/>
                      </a:endParaRPr>
                    </a:p>
                  </a:txBody>
                  <a:tcPr marT="91425" marB="91425" marR="68575" marL="68575">
                    <a:lnL cap="flat" cmpd="sng" w="12650">
                      <a:solidFill>
                        <a:srgbClr val="000000"/>
                      </a:solidFill>
                      <a:prstDash val="solid"/>
                      <a:round/>
                      <a:headEnd len="sm" w="sm" type="none"/>
                      <a:tailEnd len="sm" w="sm" type="none"/>
                    </a:lnL>
                    <a:lnR cap="flat" cmpd="sng" w="12650">
                      <a:solidFill>
                        <a:srgbClr val="000000"/>
                      </a:solidFill>
                      <a:prstDash val="solid"/>
                      <a:round/>
                      <a:headEnd len="sm" w="sm" type="none"/>
                      <a:tailEnd len="sm" w="sm" type="none"/>
                    </a:lnR>
                    <a:lnT cap="flat" cmpd="sng" w="12650">
                      <a:solidFill>
                        <a:srgbClr val="000000"/>
                      </a:solidFill>
                      <a:prstDash val="solid"/>
                      <a:round/>
                      <a:headEnd len="sm" w="sm" type="none"/>
                      <a:tailEnd len="sm" w="sm" type="none"/>
                    </a:lnT>
                    <a:lnB cap="flat" cmpd="sng" w="12650">
                      <a:solidFill>
                        <a:srgbClr val="000000"/>
                      </a:solidFill>
                      <a:prstDash val="solid"/>
                      <a:round/>
                      <a:headEnd len="sm" w="sm" type="none"/>
                      <a:tailEnd len="sm" w="sm" type="none"/>
                    </a:lnB>
                  </a:tcPr>
                </a:tc>
              </a:tr>
              <a:tr h="171450">
                <a:tc>
                  <a:txBody>
                    <a:bodyPr/>
                    <a:lstStyle/>
                    <a:p>
                      <a:pPr indent="0" lvl="0" marL="0" rtl="0" algn="l">
                        <a:lnSpc>
                          <a:spcPct val="100000"/>
                        </a:lnSpc>
                        <a:spcBef>
                          <a:spcPts val="0"/>
                        </a:spcBef>
                        <a:spcAft>
                          <a:spcPts val="0"/>
                        </a:spcAft>
                        <a:buNone/>
                      </a:pPr>
                      <a:r>
                        <a:rPr b="1" lang="es" sz="1200">
                          <a:latin typeface="Montserrat"/>
                          <a:ea typeface="Montserrat"/>
                          <a:cs typeface="Montserrat"/>
                          <a:sym typeface="Montserrat"/>
                        </a:rPr>
                        <a:t>exit</a:t>
                      </a:r>
                      <a:endParaRPr b="1" sz="1200">
                        <a:latin typeface="Montserrat"/>
                        <a:ea typeface="Montserrat"/>
                        <a:cs typeface="Montserrat"/>
                        <a:sym typeface="Montserrat"/>
                      </a:endParaRPr>
                    </a:p>
                  </a:txBody>
                  <a:tcPr marT="91425" marB="91425" marR="68575" marL="68575">
                    <a:lnL cap="flat" cmpd="sng" w="12650">
                      <a:solidFill>
                        <a:srgbClr val="000000"/>
                      </a:solidFill>
                      <a:prstDash val="solid"/>
                      <a:round/>
                      <a:headEnd len="sm" w="sm" type="none"/>
                      <a:tailEnd len="sm" w="sm" type="none"/>
                    </a:lnL>
                    <a:lnR cap="flat" cmpd="sng" w="12650">
                      <a:solidFill>
                        <a:srgbClr val="000000"/>
                      </a:solidFill>
                      <a:prstDash val="solid"/>
                      <a:round/>
                      <a:headEnd len="sm" w="sm" type="none"/>
                      <a:tailEnd len="sm" w="sm" type="none"/>
                    </a:lnR>
                    <a:lnT cap="flat" cmpd="sng" w="12650">
                      <a:solidFill>
                        <a:srgbClr val="000000"/>
                      </a:solidFill>
                      <a:prstDash val="solid"/>
                      <a:round/>
                      <a:headEnd len="sm" w="sm" type="none"/>
                      <a:tailEnd len="sm" w="sm" type="none"/>
                    </a:lnT>
                    <a:lnB cap="flat" cmpd="sng" w="12650">
                      <a:solidFill>
                        <a:srgbClr val="000000"/>
                      </a:solidFill>
                      <a:prstDash val="solid"/>
                      <a:round/>
                      <a:headEnd len="sm" w="sm" type="none"/>
                      <a:tailEnd len="sm" w="sm" type="none"/>
                    </a:lnB>
                  </a:tcPr>
                </a:tc>
                <a:tc>
                  <a:txBody>
                    <a:bodyPr/>
                    <a:lstStyle/>
                    <a:p>
                      <a:pPr indent="0" lvl="0" marL="0" rtl="0" algn="just">
                        <a:lnSpc>
                          <a:spcPct val="100000"/>
                        </a:lnSpc>
                        <a:spcBef>
                          <a:spcPts val="0"/>
                        </a:spcBef>
                        <a:spcAft>
                          <a:spcPts val="0"/>
                        </a:spcAft>
                        <a:buNone/>
                      </a:pPr>
                      <a:r>
                        <a:rPr lang="es" sz="1200">
                          <a:latin typeface="Montserrat"/>
                          <a:ea typeface="Montserrat"/>
                          <a:cs typeface="Montserrat"/>
                          <a:sym typeface="Montserrat"/>
                        </a:rPr>
                        <a:t>Salimos de la terminal.</a:t>
                      </a:r>
                      <a:endParaRPr sz="1200">
                        <a:latin typeface="Montserrat"/>
                        <a:ea typeface="Montserrat"/>
                        <a:cs typeface="Montserrat"/>
                        <a:sym typeface="Montserrat"/>
                      </a:endParaRPr>
                    </a:p>
                  </a:txBody>
                  <a:tcPr marT="91425" marB="91425" marR="68575" marL="68575">
                    <a:lnL cap="flat" cmpd="sng" w="12650">
                      <a:solidFill>
                        <a:srgbClr val="000000"/>
                      </a:solidFill>
                      <a:prstDash val="solid"/>
                      <a:round/>
                      <a:headEnd len="sm" w="sm" type="none"/>
                      <a:tailEnd len="sm" w="sm" type="none"/>
                    </a:lnL>
                    <a:lnR cap="flat" cmpd="sng" w="12650">
                      <a:solidFill>
                        <a:srgbClr val="000000"/>
                      </a:solidFill>
                      <a:prstDash val="solid"/>
                      <a:round/>
                      <a:headEnd len="sm" w="sm" type="none"/>
                      <a:tailEnd len="sm" w="sm" type="none"/>
                    </a:lnR>
                    <a:lnT cap="flat" cmpd="sng" w="12650">
                      <a:solidFill>
                        <a:srgbClr val="000000"/>
                      </a:solidFill>
                      <a:prstDash val="solid"/>
                      <a:round/>
                      <a:headEnd len="sm" w="sm" type="none"/>
                      <a:tailEnd len="sm" w="sm" type="none"/>
                    </a:lnT>
                    <a:lnB cap="flat" cmpd="sng" w="12650">
                      <a:solidFill>
                        <a:srgbClr val="000000"/>
                      </a:solidFill>
                      <a:prstDash val="solid"/>
                      <a:round/>
                      <a:headEnd len="sm" w="sm" type="none"/>
                      <a:tailEnd len="sm" w="sm" type="none"/>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0"/>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 GIT | Registrar mis datos en git</a:t>
            </a:r>
            <a:endParaRPr/>
          </a:p>
        </p:txBody>
      </p:sp>
      <p:sp>
        <p:nvSpPr>
          <p:cNvPr id="239" name="Google Shape;239;p30"/>
          <p:cNvSpPr txBox="1"/>
          <p:nvPr>
            <p:ph idx="1" type="body"/>
          </p:nvPr>
        </p:nvSpPr>
        <p:spPr>
          <a:xfrm>
            <a:off x="432025" y="1304875"/>
            <a:ext cx="8280000" cy="33180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lang="es" sz="1650"/>
              <a:t>Antes de realizar algunas de las operaciones más importantes de </a:t>
            </a:r>
            <a:r>
              <a:rPr b="1" lang="es" sz="1650"/>
              <a:t>git</a:t>
            </a:r>
            <a:r>
              <a:rPr lang="es" sz="1650"/>
              <a:t>, necesitamos indicar </a:t>
            </a:r>
            <a:r>
              <a:rPr lang="es" sz="1650"/>
              <a:t>cuál</a:t>
            </a:r>
            <a:r>
              <a:rPr lang="es" sz="1650"/>
              <a:t> es nuestra dirección de correo y cuál es nuestro nombre. Esto se hace con los comandos siguientes:</a:t>
            </a:r>
            <a:endParaRPr sz="1650"/>
          </a:p>
          <a:p>
            <a:pPr indent="0" lvl="0" marL="0" rtl="0" algn="l">
              <a:lnSpc>
                <a:spcPct val="100000"/>
              </a:lnSpc>
              <a:spcBef>
                <a:spcPts val="0"/>
              </a:spcBef>
              <a:spcAft>
                <a:spcPts val="0"/>
              </a:spcAft>
              <a:buNone/>
            </a:pPr>
            <a:r>
              <a:t/>
            </a:r>
            <a:endParaRPr sz="1650"/>
          </a:p>
          <a:p>
            <a:pPr indent="-333375" lvl="0" marL="457200" rtl="0" algn="l">
              <a:lnSpc>
                <a:spcPct val="100000"/>
              </a:lnSpc>
              <a:spcBef>
                <a:spcPts val="0"/>
              </a:spcBef>
              <a:spcAft>
                <a:spcPts val="0"/>
              </a:spcAft>
              <a:buSzPts val="1650"/>
              <a:buChar char="●"/>
            </a:pPr>
            <a:r>
              <a:rPr lang="es" sz="1650"/>
              <a:t>Proporcionar la dirección de correo: </a:t>
            </a:r>
            <a:endParaRPr sz="1450">
              <a:latin typeface="Consolas"/>
              <a:ea typeface="Consolas"/>
              <a:cs typeface="Consolas"/>
              <a:sym typeface="Consolas"/>
            </a:endParaRPr>
          </a:p>
          <a:p>
            <a:pPr indent="0" lvl="0" marL="457200" rtl="0" algn="l">
              <a:lnSpc>
                <a:spcPct val="100000"/>
              </a:lnSpc>
              <a:spcBef>
                <a:spcPts val="0"/>
              </a:spcBef>
              <a:spcAft>
                <a:spcPts val="0"/>
              </a:spcAft>
              <a:buNone/>
            </a:pPr>
            <a:r>
              <a:rPr lang="es" sz="1450">
                <a:latin typeface="Consolas"/>
                <a:ea typeface="Consolas"/>
                <a:cs typeface="Consolas"/>
                <a:sym typeface="Consolas"/>
              </a:rPr>
              <a:t>git config --global user.email "correodelusuario@dominio.com"  </a:t>
            </a:r>
            <a:endParaRPr sz="1450">
              <a:latin typeface="Consolas"/>
              <a:ea typeface="Consolas"/>
              <a:cs typeface="Consolas"/>
              <a:sym typeface="Consolas"/>
            </a:endParaRPr>
          </a:p>
          <a:p>
            <a:pPr indent="0" lvl="0" marL="0" rtl="0" algn="l">
              <a:lnSpc>
                <a:spcPct val="100000"/>
              </a:lnSpc>
              <a:spcBef>
                <a:spcPts val="0"/>
              </a:spcBef>
              <a:spcAft>
                <a:spcPts val="0"/>
              </a:spcAft>
              <a:buNone/>
            </a:pPr>
            <a:r>
              <a:t/>
            </a:r>
            <a:endParaRPr sz="1650"/>
          </a:p>
          <a:p>
            <a:pPr indent="-333375" lvl="0" marL="457200" marR="0" rtl="0" algn="l">
              <a:lnSpc>
                <a:spcPct val="100000"/>
              </a:lnSpc>
              <a:spcBef>
                <a:spcPts val="0"/>
              </a:spcBef>
              <a:spcAft>
                <a:spcPts val="0"/>
              </a:spcAft>
              <a:buSzPts val="1650"/>
              <a:buChar char="●"/>
            </a:pPr>
            <a:r>
              <a:rPr lang="es" sz="1650"/>
              <a:t>Proporcionar el nombre del propietario:</a:t>
            </a:r>
            <a:endParaRPr sz="1650"/>
          </a:p>
          <a:p>
            <a:pPr indent="0" lvl="0" marL="457200" marR="0" rtl="0" algn="l">
              <a:lnSpc>
                <a:spcPct val="100000"/>
              </a:lnSpc>
              <a:spcBef>
                <a:spcPts val="0"/>
              </a:spcBef>
              <a:spcAft>
                <a:spcPts val="0"/>
              </a:spcAft>
              <a:buNone/>
            </a:pPr>
            <a:r>
              <a:rPr lang="es" sz="1450">
                <a:latin typeface="Consolas"/>
                <a:ea typeface="Consolas"/>
                <a:cs typeface="Consolas"/>
                <a:sym typeface="Consolas"/>
              </a:rPr>
              <a:t>git config --global user.name "NombreDelUsuario"</a:t>
            </a:r>
            <a:r>
              <a:rPr lang="es" sz="1650"/>
              <a:t>  </a:t>
            </a:r>
            <a:endParaRPr sz="1650"/>
          </a:p>
          <a:p>
            <a:pPr indent="0" lvl="0" marL="457200" rtl="0" algn="l">
              <a:spcBef>
                <a:spcPts val="0"/>
              </a:spcBef>
              <a:spcAft>
                <a:spcPts val="0"/>
              </a:spcAft>
              <a:buNone/>
            </a:pPr>
            <a:r>
              <a:t/>
            </a:r>
            <a:endParaRPr sz="1650"/>
          </a:p>
          <a:p>
            <a:pPr indent="-333375" lvl="0" marL="457200" rtl="0" algn="l">
              <a:spcBef>
                <a:spcPts val="0"/>
              </a:spcBef>
              <a:spcAft>
                <a:spcPts val="0"/>
              </a:spcAft>
              <a:buSzPts val="1650"/>
              <a:buChar char="●"/>
            </a:pPr>
            <a:r>
              <a:rPr lang="es" sz="1650"/>
              <a:t>Consultar los datos que tenemos registrados:</a:t>
            </a:r>
            <a:endParaRPr sz="1650"/>
          </a:p>
          <a:p>
            <a:pPr indent="457200" lvl="0" marL="0" rtl="0" algn="l">
              <a:spcBef>
                <a:spcPts val="0"/>
              </a:spcBef>
              <a:spcAft>
                <a:spcPts val="1200"/>
              </a:spcAft>
              <a:buNone/>
            </a:pPr>
            <a:r>
              <a:rPr lang="es" sz="1450">
                <a:latin typeface="Consolas"/>
                <a:ea typeface="Consolas"/>
                <a:cs typeface="Consolas"/>
                <a:sym typeface="Consolas"/>
              </a:rPr>
              <a:t>git config --global -e </a:t>
            </a:r>
            <a:endParaRPr sz="165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1"/>
          <p:cNvSpPr txBox="1"/>
          <p:nvPr>
            <p:ph type="title"/>
          </p:nvPr>
        </p:nvSpPr>
        <p:spPr>
          <a:xfrm>
            <a:off x="311700" y="597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0740"/>
              <a:buFont typeface="Arial"/>
              <a:buNone/>
            </a:pPr>
            <a:r>
              <a:rPr lang="es" sz="2700"/>
              <a:t>GIT | Inicializar una carpeta</a:t>
            </a:r>
            <a:endParaRPr sz="2700"/>
          </a:p>
        </p:txBody>
      </p:sp>
      <p:sp>
        <p:nvSpPr>
          <p:cNvPr id="245" name="Google Shape;245;p31"/>
          <p:cNvSpPr txBox="1"/>
          <p:nvPr>
            <p:ph idx="1" type="body"/>
          </p:nvPr>
        </p:nvSpPr>
        <p:spPr>
          <a:xfrm>
            <a:off x="311700" y="1152475"/>
            <a:ext cx="3999900" cy="3387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s" sz="1650"/>
              <a:t>El primer paso para utilizar git en un proyecto consiste en inicializar la carpeta que lo contiene, </a:t>
            </a:r>
            <a:r>
              <a:rPr lang="es" sz="1650"/>
              <a:t>convirtiéndola</a:t>
            </a:r>
            <a:r>
              <a:rPr lang="es" sz="1650"/>
              <a:t> en un repositorio local. Para ello, utilizando los comandos provistos por el sistema operativo debemos </a:t>
            </a:r>
            <a:r>
              <a:rPr b="1" lang="es" sz="1650"/>
              <a:t>ubicarnos en ella</a:t>
            </a:r>
            <a:r>
              <a:rPr lang="es" sz="1650"/>
              <a:t>, y utilizar el comando </a:t>
            </a:r>
            <a:r>
              <a:rPr lang="es" sz="1450">
                <a:latin typeface="Consolas"/>
                <a:ea typeface="Consolas"/>
                <a:cs typeface="Consolas"/>
                <a:sym typeface="Consolas"/>
              </a:rPr>
              <a:t>git init</a:t>
            </a:r>
            <a:r>
              <a:rPr lang="es" sz="1650"/>
              <a:t>.</a:t>
            </a:r>
            <a:endParaRPr sz="1650"/>
          </a:p>
          <a:p>
            <a:pPr indent="0" lvl="0" marL="0" rtl="0" algn="l">
              <a:spcBef>
                <a:spcPts val="1200"/>
              </a:spcBef>
              <a:spcAft>
                <a:spcPts val="1200"/>
              </a:spcAft>
              <a:buClr>
                <a:schemeClr val="dk1"/>
              </a:buClr>
              <a:buSzPts val="1100"/>
              <a:buFont typeface="Arial"/>
              <a:buNone/>
            </a:pPr>
            <a:r>
              <a:rPr lang="es" sz="1650"/>
              <a:t>Esto genera por defecto una rama llamada “master”.</a:t>
            </a:r>
            <a:endParaRPr sz="1650"/>
          </a:p>
        </p:txBody>
      </p:sp>
      <p:pic>
        <p:nvPicPr>
          <p:cNvPr id="246" name="Google Shape;246;p31"/>
          <p:cNvPicPr preferRelativeResize="0"/>
          <p:nvPr/>
        </p:nvPicPr>
        <p:blipFill rotWithShape="1">
          <a:blip r:embed="rId3">
            <a:alphaModFix/>
          </a:blip>
          <a:srcRect b="3269" l="1251" r="987" t="0"/>
          <a:stretch/>
        </p:blipFill>
        <p:spPr>
          <a:xfrm>
            <a:off x="4511225" y="1217375"/>
            <a:ext cx="4131400" cy="25900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2"/>
          <p:cNvSpPr txBox="1"/>
          <p:nvPr>
            <p:ph type="title"/>
          </p:nvPr>
        </p:nvSpPr>
        <p:spPr>
          <a:xfrm>
            <a:off x="311700" y="597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0740"/>
              <a:buFont typeface="Arial"/>
              <a:buNone/>
            </a:pPr>
            <a:r>
              <a:rPr lang="es" sz="2700"/>
              <a:t>GIT | Ver y cambiar el nombre a la rama actual</a:t>
            </a:r>
            <a:endParaRPr sz="2700"/>
          </a:p>
        </p:txBody>
      </p:sp>
      <p:sp>
        <p:nvSpPr>
          <p:cNvPr id="252" name="Google Shape;252;p32"/>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s" sz="1650"/>
              <a:t>Para ver el estado de la rama actual y su contenido utilizamos:</a:t>
            </a:r>
            <a:endParaRPr sz="1650"/>
          </a:p>
          <a:p>
            <a:pPr indent="0" lvl="0" marL="0" marR="0" rtl="0" algn="l">
              <a:lnSpc>
                <a:spcPct val="115000"/>
              </a:lnSpc>
              <a:spcBef>
                <a:spcPts val="1200"/>
              </a:spcBef>
              <a:spcAft>
                <a:spcPts val="0"/>
              </a:spcAft>
              <a:buClr>
                <a:schemeClr val="dk1"/>
              </a:buClr>
              <a:buSzPts val="1100"/>
              <a:buFont typeface="Arial"/>
              <a:buNone/>
            </a:pPr>
            <a:r>
              <a:rPr lang="es" sz="1450">
                <a:latin typeface="Consolas"/>
                <a:ea typeface="Consolas"/>
                <a:cs typeface="Consolas"/>
                <a:sym typeface="Consolas"/>
              </a:rPr>
              <a:t>git status</a:t>
            </a:r>
            <a:endParaRPr b="1" sz="1650"/>
          </a:p>
          <a:p>
            <a:pPr indent="0" lvl="0" marL="0" rtl="0" algn="l">
              <a:spcBef>
                <a:spcPts val="1200"/>
              </a:spcBef>
              <a:spcAft>
                <a:spcPts val="0"/>
              </a:spcAft>
              <a:buClr>
                <a:schemeClr val="dk1"/>
              </a:buClr>
              <a:buSzPts val="1100"/>
              <a:buFont typeface="Arial"/>
              <a:buNone/>
            </a:pPr>
            <a:r>
              <a:rPr lang="es" sz="1650"/>
              <a:t>Es posible cambiar el nombre a la rama actual con el comando:</a:t>
            </a:r>
            <a:endParaRPr sz="1650"/>
          </a:p>
          <a:p>
            <a:pPr indent="0" lvl="0" marL="0" rtl="0" algn="l">
              <a:spcBef>
                <a:spcPts val="1200"/>
              </a:spcBef>
              <a:spcAft>
                <a:spcPts val="0"/>
              </a:spcAft>
              <a:buClr>
                <a:schemeClr val="dk1"/>
              </a:buClr>
              <a:buSzPts val="1100"/>
              <a:buFont typeface="Arial"/>
              <a:buNone/>
            </a:pPr>
            <a:r>
              <a:rPr lang="es" sz="1450">
                <a:latin typeface="Consolas"/>
                <a:ea typeface="Consolas"/>
                <a:cs typeface="Consolas"/>
                <a:sym typeface="Consolas"/>
              </a:rPr>
              <a:t>git branch -m &lt;nombre&gt;</a:t>
            </a:r>
            <a:endParaRPr sz="1650"/>
          </a:p>
          <a:p>
            <a:pPr indent="0" lvl="0" marL="0" rtl="0" algn="l">
              <a:spcBef>
                <a:spcPts val="1200"/>
              </a:spcBef>
              <a:spcAft>
                <a:spcPts val="1200"/>
              </a:spcAft>
              <a:buClr>
                <a:schemeClr val="dk1"/>
              </a:buClr>
              <a:buSzPts val="1100"/>
              <a:buFont typeface="Arial"/>
              <a:buNone/>
            </a:pPr>
            <a:r>
              <a:rPr lang="es" sz="1650"/>
              <a:t>Actualmente se está realizando una campaña para utilizar como rama principal </a:t>
            </a:r>
            <a:r>
              <a:rPr b="1" i="1" lang="es" sz="1650"/>
              <a:t>main</a:t>
            </a:r>
            <a:r>
              <a:rPr lang="es" sz="1650"/>
              <a:t> en lugar de </a:t>
            </a:r>
            <a:r>
              <a:rPr b="1" i="1" lang="es" sz="1650"/>
              <a:t>master</a:t>
            </a:r>
            <a:r>
              <a:rPr lang="es" sz="1650"/>
              <a:t>.</a:t>
            </a:r>
            <a:endParaRPr sz="1650"/>
          </a:p>
        </p:txBody>
      </p:sp>
      <p:sp>
        <p:nvSpPr>
          <p:cNvPr id="253" name="Google Shape;253;p32"/>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54" name="Google Shape;254;p32"/>
          <p:cNvPicPr preferRelativeResize="0"/>
          <p:nvPr/>
        </p:nvPicPr>
        <p:blipFill>
          <a:blip r:embed="rId3">
            <a:alphaModFix/>
          </a:blip>
          <a:stretch>
            <a:fillRect/>
          </a:stretch>
        </p:blipFill>
        <p:spPr>
          <a:xfrm>
            <a:off x="4832400" y="1152474"/>
            <a:ext cx="3999900" cy="257547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33"/>
          <p:cNvSpPr txBox="1"/>
          <p:nvPr>
            <p:ph type="title"/>
          </p:nvPr>
        </p:nvSpPr>
        <p:spPr>
          <a:xfrm>
            <a:off x="311700" y="597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0740"/>
              <a:buFont typeface="Arial"/>
              <a:buNone/>
            </a:pPr>
            <a:r>
              <a:rPr lang="es" sz="2700"/>
              <a:t>GIT | Ver el estado de los archivos</a:t>
            </a:r>
            <a:endParaRPr sz="2700"/>
          </a:p>
          <a:p>
            <a:pPr indent="0" lvl="0" marL="0" rtl="0" algn="l">
              <a:spcBef>
                <a:spcPts val="0"/>
              </a:spcBef>
              <a:spcAft>
                <a:spcPts val="0"/>
              </a:spcAft>
              <a:buClr>
                <a:schemeClr val="dk1"/>
              </a:buClr>
              <a:buSzPct val="40740"/>
              <a:buFont typeface="Arial"/>
              <a:buNone/>
            </a:pPr>
            <a:r>
              <a:t/>
            </a:r>
            <a:endParaRPr sz="2700"/>
          </a:p>
          <a:p>
            <a:pPr indent="0" lvl="0" marL="0" rtl="0" algn="l">
              <a:spcBef>
                <a:spcPts val="0"/>
              </a:spcBef>
              <a:spcAft>
                <a:spcPts val="0"/>
              </a:spcAft>
              <a:buClr>
                <a:schemeClr val="dk1"/>
              </a:buClr>
              <a:buSzPct val="40740"/>
              <a:buFont typeface="Arial"/>
              <a:buNone/>
            </a:pPr>
            <a:r>
              <a:t/>
            </a:r>
            <a:endParaRPr sz="2700"/>
          </a:p>
        </p:txBody>
      </p:sp>
      <p:sp>
        <p:nvSpPr>
          <p:cNvPr id="260" name="Google Shape;260;p33"/>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s" sz="1650"/>
              <a:t>Podemos ver el estado de los archivos que contiene la carpeta controlada por git usando </a:t>
            </a:r>
            <a:endParaRPr sz="1650"/>
          </a:p>
          <a:p>
            <a:pPr indent="0" lvl="0" marL="0" rtl="0" algn="l">
              <a:spcBef>
                <a:spcPts val="1200"/>
              </a:spcBef>
              <a:spcAft>
                <a:spcPts val="0"/>
              </a:spcAft>
              <a:buClr>
                <a:schemeClr val="dk1"/>
              </a:buClr>
              <a:buSzPts val="1100"/>
              <a:buFont typeface="Arial"/>
              <a:buNone/>
            </a:pPr>
            <a:r>
              <a:rPr lang="es" sz="1450">
                <a:latin typeface="Consolas"/>
                <a:ea typeface="Consolas"/>
                <a:cs typeface="Consolas"/>
                <a:sym typeface="Consolas"/>
              </a:rPr>
              <a:t>git status</a:t>
            </a:r>
            <a:r>
              <a:rPr lang="es" sz="1650"/>
              <a:t>.</a:t>
            </a:r>
            <a:endParaRPr sz="1650"/>
          </a:p>
          <a:p>
            <a:pPr indent="0" lvl="0" marL="0" rtl="0" algn="l">
              <a:spcBef>
                <a:spcPts val="1200"/>
              </a:spcBef>
              <a:spcAft>
                <a:spcPts val="0"/>
              </a:spcAft>
              <a:buClr>
                <a:schemeClr val="dk1"/>
              </a:buClr>
              <a:buSzPts val="1100"/>
              <a:buFont typeface="Arial"/>
              <a:buNone/>
            </a:pPr>
            <a:r>
              <a:rPr lang="es" sz="1650"/>
              <a:t>En color </a:t>
            </a:r>
            <a:r>
              <a:rPr lang="es" sz="1650">
                <a:solidFill>
                  <a:srgbClr val="CC0000"/>
                </a:solidFill>
              </a:rPr>
              <a:t>rojo</a:t>
            </a:r>
            <a:r>
              <a:rPr lang="es" sz="1650"/>
              <a:t> vemos archivos agregados/modificados, que aún no se han incluido en el </a:t>
            </a:r>
            <a:r>
              <a:rPr b="1" lang="es" sz="1650"/>
              <a:t>staging area</a:t>
            </a:r>
            <a:r>
              <a:rPr lang="es" sz="1650"/>
              <a:t>.</a:t>
            </a:r>
            <a:endParaRPr sz="1650"/>
          </a:p>
          <a:p>
            <a:pPr indent="0" lvl="0" marL="0" rtl="0" algn="l">
              <a:spcBef>
                <a:spcPts val="1200"/>
              </a:spcBef>
              <a:spcAft>
                <a:spcPts val="1200"/>
              </a:spcAft>
              <a:buClr>
                <a:schemeClr val="dk1"/>
              </a:buClr>
              <a:buSzPts val="1100"/>
              <a:buFont typeface="Arial"/>
              <a:buNone/>
            </a:pPr>
            <a:r>
              <a:t/>
            </a:r>
            <a:endParaRPr sz="1650"/>
          </a:p>
        </p:txBody>
      </p:sp>
      <p:sp>
        <p:nvSpPr>
          <p:cNvPr id="261" name="Google Shape;261;p33"/>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62" name="Google Shape;262;p33"/>
          <p:cNvPicPr preferRelativeResize="0"/>
          <p:nvPr/>
        </p:nvPicPr>
        <p:blipFill>
          <a:blip r:embed="rId3">
            <a:alphaModFix/>
          </a:blip>
          <a:stretch>
            <a:fillRect/>
          </a:stretch>
        </p:blipFill>
        <p:spPr>
          <a:xfrm>
            <a:off x="4832400" y="1152474"/>
            <a:ext cx="3999900" cy="257547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4"/>
          <p:cNvSpPr txBox="1"/>
          <p:nvPr>
            <p:ph type="title"/>
          </p:nvPr>
        </p:nvSpPr>
        <p:spPr>
          <a:xfrm>
            <a:off x="311700" y="597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0740"/>
              <a:buFont typeface="Arial"/>
              <a:buNone/>
            </a:pPr>
            <a:r>
              <a:rPr lang="es" sz="2700"/>
              <a:t>GIT | Agregar archivos al staging area</a:t>
            </a:r>
            <a:endParaRPr sz="2700"/>
          </a:p>
          <a:p>
            <a:pPr indent="0" lvl="0" marL="0" rtl="0" algn="l">
              <a:spcBef>
                <a:spcPts val="0"/>
              </a:spcBef>
              <a:spcAft>
                <a:spcPts val="0"/>
              </a:spcAft>
              <a:buClr>
                <a:schemeClr val="dk1"/>
              </a:buClr>
              <a:buSzPct val="40740"/>
              <a:buFont typeface="Arial"/>
              <a:buNone/>
            </a:pPr>
            <a:r>
              <a:t/>
            </a:r>
            <a:endParaRPr sz="2700"/>
          </a:p>
          <a:p>
            <a:pPr indent="0" lvl="0" marL="0" rtl="0" algn="l">
              <a:spcBef>
                <a:spcPts val="0"/>
              </a:spcBef>
              <a:spcAft>
                <a:spcPts val="0"/>
              </a:spcAft>
              <a:buClr>
                <a:schemeClr val="dk1"/>
              </a:buClr>
              <a:buSzPct val="40740"/>
              <a:buFont typeface="Arial"/>
              <a:buNone/>
            </a:pPr>
            <a:r>
              <a:t/>
            </a:r>
            <a:endParaRPr sz="2700"/>
          </a:p>
          <a:p>
            <a:pPr indent="0" lvl="0" marL="0" rtl="0" algn="l">
              <a:spcBef>
                <a:spcPts val="0"/>
              </a:spcBef>
              <a:spcAft>
                <a:spcPts val="0"/>
              </a:spcAft>
              <a:buClr>
                <a:schemeClr val="dk1"/>
              </a:buClr>
              <a:buSzPct val="40740"/>
              <a:buFont typeface="Arial"/>
              <a:buNone/>
            </a:pPr>
            <a:r>
              <a:t/>
            </a:r>
            <a:endParaRPr sz="2700"/>
          </a:p>
        </p:txBody>
      </p:sp>
      <p:sp>
        <p:nvSpPr>
          <p:cNvPr id="268" name="Google Shape;268;p34"/>
          <p:cNvSpPr txBox="1"/>
          <p:nvPr>
            <p:ph idx="1" type="body"/>
          </p:nvPr>
        </p:nvSpPr>
        <p:spPr>
          <a:xfrm>
            <a:off x="311700" y="1152475"/>
            <a:ext cx="3999900" cy="33876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Clr>
                <a:schemeClr val="dk1"/>
              </a:buClr>
              <a:buSzPts val="1100"/>
              <a:buFont typeface="Arial"/>
              <a:buNone/>
            </a:pPr>
            <a:r>
              <a:rPr lang="es" sz="1450">
                <a:latin typeface="Consolas"/>
                <a:ea typeface="Consolas"/>
                <a:cs typeface="Consolas"/>
                <a:sym typeface="Consolas"/>
              </a:rPr>
              <a:t>git add </a:t>
            </a:r>
            <a:r>
              <a:rPr lang="es" sz="1650"/>
              <a:t>incorpora los archivos que han sido creados o modificados recientemente al </a:t>
            </a:r>
            <a:r>
              <a:rPr b="1" lang="es" sz="1650"/>
              <a:t>staging area.</a:t>
            </a:r>
            <a:r>
              <a:rPr lang="es" sz="1650"/>
              <a:t> Se puede agregar un archivo con:</a:t>
            </a:r>
            <a:endParaRPr sz="1650"/>
          </a:p>
          <a:p>
            <a:pPr indent="0" lvl="0" marL="0" rtl="0" algn="l">
              <a:spcBef>
                <a:spcPts val="1200"/>
              </a:spcBef>
              <a:spcAft>
                <a:spcPts val="0"/>
              </a:spcAft>
              <a:buClr>
                <a:schemeClr val="dk1"/>
              </a:buClr>
              <a:buSzPts val="1100"/>
              <a:buFont typeface="Arial"/>
              <a:buNone/>
            </a:pPr>
            <a:r>
              <a:rPr lang="es" sz="1450">
                <a:latin typeface="Consolas"/>
                <a:ea typeface="Consolas"/>
                <a:cs typeface="Consolas"/>
                <a:sym typeface="Consolas"/>
              </a:rPr>
              <a:t>git add &lt;archivo&gt;</a:t>
            </a:r>
            <a:endParaRPr sz="1650"/>
          </a:p>
          <a:p>
            <a:pPr indent="0" lvl="0" marL="0" rtl="0" algn="l">
              <a:spcBef>
                <a:spcPts val="1200"/>
              </a:spcBef>
              <a:spcAft>
                <a:spcPts val="0"/>
              </a:spcAft>
              <a:buClr>
                <a:schemeClr val="dk1"/>
              </a:buClr>
              <a:buSzPts val="1100"/>
              <a:buFont typeface="Arial"/>
              <a:buNone/>
            </a:pPr>
            <a:r>
              <a:rPr lang="es" sz="1650"/>
              <a:t>O todos con:</a:t>
            </a:r>
            <a:endParaRPr sz="1650"/>
          </a:p>
          <a:p>
            <a:pPr indent="0" lvl="0" marL="0" rtl="0" algn="l">
              <a:spcBef>
                <a:spcPts val="1200"/>
              </a:spcBef>
              <a:spcAft>
                <a:spcPts val="0"/>
              </a:spcAft>
              <a:buClr>
                <a:schemeClr val="dk1"/>
              </a:buClr>
              <a:buSzPts val="1100"/>
              <a:buFont typeface="Arial"/>
              <a:buNone/>
            </a:pPr>
            <a:r>
              <a:rPr lang="es" sz="1450">
                <a:latin typeface="Consolas"/>
                <a:ea typeface="Consolas"/>
                <a:cs typeface="Consolas"/>
                <a:sym typeface="Consolas"/>
              </a:rPr>
              <a:t>git add .</a:t>
            </a:r>
            <a:endParaRPr sz="1450">
              <a:latin typeface="Consolas"/>
              <a:ea typeface="Consolas"/>
              <a:cs typeface="Consolas"/>
              <a:sym typeface="Consolas"/>
            </a:endParaRPr>
          </a:p>
          <a:p>
            <a:pPr indent="0" lvl="0" marL="0" marR="0" rtl="0" algn="l">
              <a:lnSpc>
                <a:spcPct val="115000"/>
              </a:lnSpc>
              <a:spcBef>
                <a:spcPts val="1200"/>
              </a:spcBef>
              <a:spcAft>
                <a:spcPts val="1200"/>
              </a:spcAft>
              <a:buClr>
                <a:schemeClr val="dk1"/>
              </a:buClr>
              <a:buSzPts val="1100"/>
              <a:buFont typeface="Arial"/>
              <a:buNone/>
            </a:pPr>
            <a:r>
              <a:rPr lang="es" sz="1650"/>
              <a:t>Los archivos listos para ser </a:t>
            </a:r>
            <a:r>
              <a:rPr i="1" lang="es" sz="1650"/>
              <a:t>commiteados</a:t>
            </a:r>
            <a:r>
              <a:rPr lang="es" sz="1650"/>
              <a:t> aparecen ahora en </a:t>
            </a:r>
            <a:r>
              <a:rPr lang="es" sz="1650">
                <a:solidFill>
                  <a:srgbClr val="274E13"/>
                </a:solidFill>
              </a:rPr>
              <a:t>verde</a:t>
            </a:r>
            <a:r>
              <a:rPr lang="es" sz="1650"/>
              <a:t>.</a:t>
            </a:r>
            <a:endParaRPr sz="1650"/>
          </a:p>
        </p:txBody>
      </p:sp>
      <p:pic>
        <p:nvPicPr>
          <p:cNvPr id="269" name="Google Shape;269;p34"/>
          <p:cNvPicPr preferRelativeResize="0"/>
          <p:nvPr/>
        </p:nvPicPr>
        <p:blipFill>
          <a:blip r:embed="rId3">
            <a:alphaModFix/>
          </a:blip>
          <a:stretch>
            <a:fillRect/>
          </a:stretch>
        </p:blipFill>
        <p:spPr>
          <a:xfrm>
            <a:off x="4463449" y="1256825"/>
            <a:ext cx="4226967" cy="27217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35"/>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GIT | Agregar archivos al repositorio local</a:t>
            </a:r>
            <a:endParaRPr/>
          </a:p>
          <a:p>
            <a:pPr indent="0" lvl="0" marL="0" rtl="0" algn="l">
              <a:spcBef>
                <a:spcPts val="0"/>
              </a:spcBef>
              <a:spcAft>
                <a:spcPts val="0"/>
              </a:spcAft>
              <a:buNone/>
            </a:pPr>
            <a:r>
              <a:t/>
            </a:r>
            <a:endParaRPr/>
          </a:p>
        </p:txBody>
      </p:sp>
      <p:sp>
        <p:nvSpPr>
          <p:cNvPr id="275" name="Google Shape;275;p35"/>
          <p:cNvSpPr txBox="1"/>
          <p:nvPr>
            <p:ph idx="1" type="body"/>
          </p:nvPr>
        </p:nvSpPr>
        <p:spPr>
          <a:xfrm>
            <a:off x="432000" y="1295300"/>
            <a:ext cx="8280000" cy="33180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s" sz="1650"/>
              <a:t>Los archivos del </a:t>
            </a:r>
            <a:r>
              <a:rPr b="1" i="1" lang="es" sz="1650"/>
              <a:t>staging area</a:t>
            </a:r>
            <a:r>
              <a:rPr lang="es" sz="1650"/>
              <a:t> se </a:t>
            </a:r>
            <a:r>
              <a:rPr lang="es" sz="1650"/>
              <a:t>envían</a:t>
            </a:r>
            <a:r>
              <a:rPr lang="es" sz="1650"/>
              <a:t> al repositorio local utilizando el comando</a:t>
            </a:r>
            <a:r>
              <a:rPr lang="es" sz="1450">
                <a:latin typeface="Consolas"/>
                <a:ea typeface="Consolas"/>
                <a:cs typeface="Consolas"/>
                <a:sym typeface="Consolas"/>
              </a:rPr>
              <a:t> git commit -m”comentario”</a:t>
            </a:r>
            <a:r>
              <a:rPr lang="es" sz="1650"/>
              <a:t>, donde “comentario” es una explicación de los cambios implicados. Es importante incluir una descripción relevante en cada commit, ya que será lo que git nos mostrará cuando veamos el “historial” de cambios realizados.</a:t>
            </a:r>
            <a:endParaRPr sz="1650"/>
          </a:p>
          <a:p>
            <a:pPr indent="0" lvl="0" marL="0" rtl="0" algn="l">
              <a:spcBef>
                <a:spcPts val="1200"/>
              </a:spcBef>
              <a:spcAft>
                <a:spcPts val="0"/>
              </a:spcAft>
              <a:buNone/>
            </a:pPr>
            <a:r>
              <a:rPr lang="es" sz="1650"/>
              <a:t>Cada vez que realizamos un </a:t>
            </a:r>
            <a:r>
              <a:rPr lang="es" sz="1450">
                <a:latin typeface="Consolas"/>
                <a:ea typeface="Consolas"/>
                <a:cs typeface="Consolas"/>
                <a:sym typeface="Consolas"/>
              </a:rPr>
              <a:t>commit</a:t>
            </a:r>
            <a:r>
              <a:rPr lang="es" sz="1650"/>
              <a:t>, git genera un punto de </a:t>
            </a:r>
            <a:r>
              <a:rPr lang="es" sz="1650"/>
              <a:t>restauración</a:t>
            </a:r>
            <a:r>
              <a:rPr lang="es" sz="1650"/>
              <a:t> al cual es posible volver en cualquier momento. </a:t>
            </a:r>
            <a:endParaRPr sz="1650"/>
          </a:p>
          <a:p>
            <a:pPr indent="0" lvl="0" marL="0" rtl="0" algn="l">
              <a:spcBef>
                <a:spcPts val="1200"/>
              </a:spcBef>
              <a:spcAft>
                <a:spcPts val="1200"/>
              </a:spcAft>
              <a:buNone/>
            </a:pPr>
            <a:r>
              <a:rPr lang="es" sz="1650"/>
              <a:t>Si no incluimos el comentario (</a:t>
            </a:r>
            <a:r>
              <a:rPr lang="es" sz="1450">
                <a:latin typeface="Consolas"/>
                <a:ea typeface="Consolas"/>
                <a:cs typeface="Consolas"/>
                <a:sym typeface="Consolas"/>
              </a:rPr>
              <a:t>git commit</a:t>
            </a:r>
            <a:r>
              <a:rPr lang="es" sz="1650"/>
              <a:t>), y hemos configurado un editor de texto, git abre una ventana para que lo hagamos. Grabamos, cerramos, y el commit se habrá realizado.</a:t>
            </a:r>
            <a:endParaRPr sz="165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36"/>
          <p:cNvSpPr txBox="1"/>
          <p:nvPr>
            <p:ph type="title"/>
          </p:nvPr>
        </p:nvSpPr>
        <p:spPr>
          <a:xfrm>
            <a:off x="311700" y="597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0740"/>
              <a:buFont typeface="Arial"/>
              <a:buNone/>
            </a:pPr>
            <a:r>
              <a:rPr lang="es" sz="2700"/>
              <a:t>GIT | Ver snapshots creados</a:t>
            </a:r>
            <a:endParaRPr sz="2700"/>
          </a:p>
          <a:p>
            <a:pPr indent="0" lvl="0" marL="0" rtl="0" algn="l">
              <a:spcBef>
                <a:spcPts val="0"/>
              </a:spcBef>
              <a:spcAft>
                <a:spcPts val="0"/>
              </a:spcAft>
              <a:buClr>
                <a:schemeClr val="dk1"/>
              </a:buClr>
              <a:buSzPct val="40740"/>
              <a:buFont typeface="Arial"/>
              <a:buNone/>
            </a:pPr>
            <a:r>
              <a:t/>
            </a:r>
            <a:endParaRPr sz="2700"/>
          </a:p>
          <a:p>
            <a:pPr indent="0" lvl="0" marL="0" rtl="0" algn="l">
              <a:spcBef>
                <a:spcPts val="0"/>
              </a:spcBef>
              <a:spcAft>
                <a:spcPts val="0"/>
              </a:spcAft>
              <a:buClr>
                <a:schemeClr val="dk1"/>
              </a:buClr>
              <a:buSzPct val="40740"/>
              <a:buFont typeface="Arial"/>
              <a:buNone/>
            </a:pPr>
            <a:r>
              <a:t/>
            </a:r>
            <a:endParaRPr sz="2700"/>
          </a:p>
          <a:p>
            <a:pPr indent="0" lvl="0" marL="0" rtl="0" algn="l">
              <a:spcBef>
                <a:spcPts val="0"/>
              </a:spcBef>
              <a:spcAft>
                <a:spcPts val="0"/>
              </a:spcAft>
              <a:buClr>
                <a:schemeClr val="dk1"/>
              </a:buClr>
              <a:buSzPct val="40740"/>
              <a:buFont typeface="Arial"/>
              <a:buNone/>
            </a:pPr>
            <a:r>
              <a:t/>
            </a:r>
            <a:endParaRPr sz="2700"/>
          </a:p>
          <a:p>
            <a:pPr indent="0" lvl="0" marL="0" rtl="0" algn="l">
              <a:spcBef>
                <a:spcPts val="0"/>
              </a:spcBef>
              <a:spcAft>
                <a:spcPts val="0"/>
              </a:spcAft>
              <a:buClr>
                <a:schemeClr val="dk1"/>
              </a:buClr>
              <a:buSzPct val="40740"/>
              <a:buFont typeface="Arial"/>
              <a:buNone/>
            </a:pPr>
            <a:r>
              <a:t/>
            </a:r>
            <a:endParaRPr sz="2700"/>
          </a:p>
          <a:p>
            <a:pPr indent="0" lvl="0" marL="0" rtl="0" algn="l">
              <a:spcBef>
                <a:spcPts val="0"/>
              </a:spcBef>
              <a:spcAft>
                <a:spcPts val="0"/>
              </a:spcAft>
              <a:buClr>
                <a:schemeClr val="dk1"/>
              </a:buClr>
              <a:buSzPct val="40740"/>
              <a:buFont typeface="Arial"/>
              <a:buNone/>
            </a:pPr>
            <a:r>
              <a:t/>
            </a:r>
            <a:endParaRPr sz="2700"/>
          </a:p>
        </p:txBody>
      </p:sp>
      <p:sp>
        <p:nvSpPr>
          <p:cNvPr id="281" name="Google Shape;281;p36"/>
          <p:cNvSpPr txBox="1"/>
          <p:nvPr>
            <p:ph idx="1" type="body"/>
          </p:nvPr>
        </p:nvSpPr>
        <p:spPr>
          <a:xfrm>
            <a:off x="311700" y="1152475"/>
            <a:ext cx="3999900" cy="33876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Clr>
                <a:schemeClr val="dk1"/>
              </a:buClr>
              <a:buSzPts val="1100"/>
              <a:buFont typeface="Arial"/>
              <a:buNone/>
            </a:pPr>
            <a:r>
              <a:rPr lang="es" sz="1650"/>
              <a:t>Luego de hacer el commit, si queremos </a:t>
            </a:r>
            <a:r>
              <a:rPr lang="es" sz="1650"/>
              <a:t>obtener un historial de los cambios realizados en los archivos que integran nuestro repositorio usamos </a:t>
            </a:r>
            <a:r>
              <a:rPr lang="es" sz="1450">
                <a:latin typeface="Consolas"/>
                <a:ea typeface="Consolas"/>
                <a:cs typeface="Consolas"/>
                <a:sym typeface="Consolas"/>
              </a:rPr>
              <a:t>git log</a:t>
            </a:r>
            <a:r>
              <a:rPr lang="es" sz="1650"/>
              <a:t> </a:t>
            </a:r>
            <a:endParaRPr sz="1650"/>
          </a:p>
          <a:p>
            <a:pPr indent="0" lvl="0" marL="0" rtl="0" algn="l">
              <a:spcBef>
                <a:spcPts val="1200"/>
              </a:spcBef>
              <a:spcAft>
                <a:spcPts val="1200"/>
              </a:spcAft>
              <a:buClr>
                <a:schemeClr val="dk1"/>
              </a:buClr>
              <a:buSzPts val="1100"/>
              <a:buFont typeface="Arial"/>
              <a:buNone/>
            </a:pPr>
            <a:r>
              <a:rPr lang="es" sz="1650"/>
              <a:t>El ciclo de trabajo, entonces, consiste en editar los archivos, enviarlos al </a:t>
            </a:r>
            <a:r>
              <a:rPr b="1" i="1" lang="es" sz="1650"/>
              <a:t>staging area</a:t>
            </a:r>
            <a:r>
              <a:rPr lang="es" sz="1650"/>
              <a:t>, y cuando estamos listos, hacemos un commit. Repetimos este proceso las veces que sea necesario.</a:t>
            </a:r>
            <a:endParaRPr sz="1650"/>
          </a:p>
        </p:txBody>
      </p:sp>
      <p:pic>
        <p:nvPicPr>
          <p:cNvPr id="282" name="Google Shape;282;p36"/>
          <p:cNvPicPr preferRelativeResize="0"/>
          <p:nvPr/>
        </p:nvPicPr>
        <p:blipFill>
          <a:blip r:embed="rId3">
            <a:alphaModFix/>
          </a:blip>
          <a:stretch>
            <a:fillRect/>
          </a:stretch>
        </p:blipFill>
        <p:spPr>
          <a:xfrm>
            <a:off x="4463449" y="1256828"/>
            <a:ext cx="4226975" cy="1982957"/>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37"/>
          <p:cNvSpPr txBox="1"/>
          <p:nvPr>
            <p:ph type="title"/>
          </p:nvPr>
        </p:nvSpPr>
        <p:spPr>
          <a:xfrm>
            <a:off x="311700" y="597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0740"/>
              <a:buFont typeface="Arial"/>
              <a:buNone/>
            </a:pPr>
            <a:r>
              <a:rPr lang="es" sz="2700"/>
              <a:t>GIT | Ver </a:t>
            </a:r>
            <a:r>
              <a:rPr lang="es" sz="2700"/>
              <a:t>cambios en un archivo</a:t>
            </a:r>
            <a:endParaRPr sz="2700"/>
          </a:p>
          <a:p>
            <a:pPr indent="0" lvl="0" marL="0" rtl="0" algn="l">
              <a:spcBef>
                <a:spcPts val="0"/>
              </a:spcBef>
              <a:spcAft>
                <a:spcPts val="0"/>
              </a:spcAft>
              <a:buClr>
                <a:schemeClr val="dk1"/>
              </a:buClr>
              <a:buSzPct val="40740"/>
              <a:buFont typeface="Arial"/>
              <a:buNone/>
            </a:pPr>
            <a:r>
              <a:t/>
            </a:r>
            <a:endParaRPr sz="2700"/>
          </a:p>
          <a:p>
            <a:pPr indent="0" lvl="0" marL="0" rtl="0" algn="l">
              <a:spcBef>
                <a:spcPts val="0"/>
              </a:spcBef>
              <a:spcAft>
                <a:spcPts val="0"/>
              </a:spcAft>
              <a:buClr>
                <a:schemeClr val="dk1"/>
              </a:buClr>
              <a:buSzPct val="40740"/>
              <a:buFont typeface="Arial"/>
              <a:buNone/>
            </a:pPr>
            <a:r>
              <a:t/>
            </a:r>
            <a:endParaRPr sz="2700"/>
          </a:p>
          <a:p>
            <a:pPr indent="0" lvl="0" marL="0" rtl="0" algn="l">
              <a:spcBef>
                <a:spcPts val="0"/>
              </a:spcBef>
              <a:spcAft>
                <a:spcPts val="0"/>
              </a:spcAft>
              <a:buClr>
                <a:schemeClr val="dk1"/>
              </a:buClr>
              <a:buSzPct val="40740"/>
              <a:buFont typeface="Arial"/>
              <a:buNone/>
            </a:pPr>
            <a:r>
              <a:t/>
            </a:r>
            <a:endParaRPr sz="2700"/>
          </a:p>
          <a:p>
            <a:pPr indent="0" lvl="0" marL="0" rtl="0" algn="l">
              <a:spcBef>
                <a:spcPts val="0"/>
              </a:spcBef>
              <a:spcAft>
                <a:spcPts val="0"/>
              </a:spcAft>
              <a:buClr>
                <a:schemeClr val="dk1"/>
              </a:buClr>
              <a:buSzPct val="40740"/>
              <a:buFont typeface="Arial"/>
              <a:buNone/>
            </a:pPr>
            <a:r>
              <a:t/>
            </a:r>
            <a:endParaRPr sz="2700"/>
          </a:p>
          <a:p>
            <a:pPr indent="0" lvl="0" marL="0" rtl="0" algn="l">
              <a:spcBef>
                <a:spcPts val="0"/>
              </a:spcBef>
              <a:spcAft>
                <a:spcPts val="0"/>
              </a:spcAft>
              <a:buClr>
                <a:schemeClr val="dk1"/>
              </a:buClr>
              <a:buSzPct val="40740"/>
              <a:buFont typeface="Arial"/>
              <a:buNone/>
            </a:pPr>
            <a:r>
              <a:t/>
            </a:r>
            <a:endParaRPr sz="2700"/>
          </a:p>
        </p:txBody>
      </p:sp>
      <p:sp>
        <p:nvSpPr>
          <p:cNvPr id="288" name="Google Shape;288;p37"/>
          <p:cNvSpPr txBox="1"/>
          <p:nvPr>
            <p:ph idx="1" type="body"/>
          </p:nvPr>
        </p:nvSpPr>
        <p:spPr>
          <a:xfrm>
            <a:off x="311700" y="1152475"/>
            <a:ext cx="3999900" cy="3387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s" sz="1650"/>
              <a:t>Una característica muy potente de git es la posibilidad de visualizar los cambios que se han producido en un archivo. Con </a:t>
            </a:r>
            <a:r>
              <a:rPr lang="es" sz="1450">
                <a:latin typeface="Consolas"/>
                <a:ea typeface="Consolas"/>
                <a:cs typeface="Consolas"/>
                <a:sym typeface="Consolas"/>
              </a:rPr>
              <a:t>git diff</a:t>
            </a:r>
            <a:r>
              <a:rPr lang="es" sz="1650"/>
              <a:t> podemos ver que líneas se agregaron (</a:t>
            </a:r>
            <a:r>
              <a:rPr lang="es" sz="1650">
                <a:solidFill>
                  <a:srgbClr val="274E13"/>
                </a:solidFill>
              </a:rPr>
              <a:t>verde</a:t>
            </a:r>
            <a:r>
              <a:rPr lang="es" sz="1650"/>
              <a:t>), eliminaron (</a:t>
            </a:r>
            <a:r>
              <a:rPr lang="es" sz="1650">
                <a:solidFill>
                  <a:srgbClr val="FF0000"/>
                </a:solidFill>
              </a:rPr>
              <a:t>rojo</a:t>
            </a:r>
            <a:r>
              <a:rPr lang="es" sz="1650"/>
              <a:t>) o modificaron (</a:t>
            </a:r>
            <a:r>
              <a:rPr lang="es" sz="1650">
                <a:solidFill>
                  <a:srgbClr val="F39C12"/>
                </a:solidFill>
              </a:rPr>
              <a:t>amarillo</a:t>
            </a:r>
            <a:r>
              <a:rPr lang="es" sz="1650"/>
              <a:t>) entre la versión actual del mismo y la del último commit:</a:t>
            </a:r>
            <a:endParaRPr sz="1650"/>
          </a:p>
          <a:p>
            <a:pPr indent="0" lvl="0" marL="0" rtl="0" algn="l">
              <a:spcBef>
                <a:spcPts val="1200"/>
              </a:spcBef>
              <a:spcAft>
                <a:spcPts val="1200"/>
              </a:spcAft>
              <a:buClr>
                <a:schemeClr val="dk1"/>
              </a:buClr>
              <a:buSzPts val="1100"/>
              <a:buFont typeface="Arial"/>
              <a:buNone/>
            </a:pPr>
            <a:r>
              <a:rPr lang="es" sz="1450">
                <a:latin typeface="Consolas"/>
                <a:ea typeface="Consolas"/>
                <a:cs typeface="Consolas"/>
                <a:sym typeface="Consolas"/>
              </a:rPr>
              <a:t>git diff &lt;archivo&gt;</a:t>
            </a:r>
            <a:endParaRPr sz="1650"/>
          </a:p>
        </p:txBody>
      </p:sp>
      <p:pic>
        <p:nvPicPr>
          <p:cNvPr id="289" name="Google Shape;289;p37"/>
          <p:cNvPicPr preferRelativeResize="0"/>
          <p:nvPr/>
        </p:nvPicPr>
        <p:blipFill>
          <a:blip r:embed="rId3">
            <a:alphaModFix/>
          </a:blip>
          <a:stretch>
            <a:fillRect/>
          </a:stretch>
        </p:blipFill>
        <p:spPr>
          <a:xfrm>
            <a:off x="4463449" y="1269575"/>
            <a:ext cx="4226974" cy="2299562"/>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38"/>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GIT | Descartar cambios</a:t>
            </a:r>
            <a:endParaRPr/>
          </a:p>
          <a:p>
            <a:pPr indent="0" lvl="0" marL="0" rtl="0" algn="l">
              <a:spcBef>
                <a:spcPts val="0"/>
              </a:spcBef>
              <a:spcAft>
                <a:spcPts val="0"/>
              </a:spcAft>
              <a:buNone/>
            </a:pPr>
            <a:r>
              <a:t/>
            </a:r>
            <a:endParaRPr/>
          </a:p>
        </p:txBody>
      </p:sp>
      <p:sp>
        <p:nvSpPr>
          <p:cNvPr id="295" name="Google Shape;295;p38"/>
          <p:cNvSpPr txBox="1"/>
          <p:nvPr>
            <p:ph idx="1" type="body"/>
          </p:nvPr>
        </p:nvSpPr>
        <p:spPr>
          <a:xfrm>
            <a:off x="432000" y="1295300"/>
            <a:ext cx="8280000" cy="331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1650"/>
              <a:t>Existen tres maneras de descartar cambios que hayamos realizado:</a:t>
            </a:r>
            <a:endParaRPr sz="1650"/>
          </a:p>
          <a:p>
            <a:pPr indent="0" lvl="0" marL="179999" rtl="0" algn="l">
              <a:spcBef>
                <a:spcPts val="1200"/>
              </a:spcBef>
              <a:spcAft>
                <a:spcPts val="0"/>
              </a:spcAft>
              <a:buNone/>
            </a:pPr>
            <a:r>
              <a:rPr b="1" lang="es" sz="1650"/>
              <a:t>git checkout:</a:t>
            </a:r>
            <a:r>
              <a:rPr lang="es" sz="1650"/>
              <a:t> descarta los cambios sobre el archivo y vuelve a la versión que esté en el último commit del repositorio.</a:t>
            </a:r>
            <a:endParaRPr sz="1650"/>
          </a:p>
          <a:p>
            <a:pPr indent="0" lvl="0" marL="179999" rtl="0" algn="l">
              <a:spcBef>
                <a:spcPts val="1200"/>
              </a:spcBef>
              <a:spcAft>
                <a:spcPts val="0"/>
              </a:spcAft>
              <a:buNone/>
            </a:pPr>
            <a:r>
              <a:rPr b="1" lang="es" sz="1650"/>
              <a:t>git reset  </a:t>
            </a:r>
            <a:r>
              <a:rPr b="1" lang="es" sz="1650"/>
              <a:t>--</a:t>
            </a:r>
            <a:r>
              <a:rPr b="1" lang="es" sz="1650"/>
              <a:t>hard</a:t>
            </a:r>
            <a:r>
              <a:rPr lang="es" sz="1650"/>
              <a:t>: descarta </a:t>
            </a:r>
            <a:r>
              <a:rPr b="1" lang="es" sz="1650"/>
              <a:t>todos</a:t>
            </a:r>
            <a:r>
              <a:rPr lang="es" sz="1650"/>
              <a:t> los cambios no commiteados, </a:t>
            </a:r>
            <a:r>
              <a:rPr i="1" lang="es" sz="1650"/>
              <a:t>sin guardarlos</a:t>
            </a:r>
            <a:r>
              <a:rPr lang="es" sz="1650"/>
              <a:t>. Vuelve a las versiones del último commit realizado.</a:t>
            </a:r>
            <a:endParaRPr sz="1650"/>
          </a:p>
          <a:p>
            <a:pPr indent="0" lvl="0" marL="179999" rtl="0" algn="l">
              <a:spcBef>
                <a:spcPts val="1200"/>
              </a:spcBef>
              <a:spcAft>
                <a:spcPts val="1200"/>
              </a:spcAft>
              <a:buNone/>
            </a:pPr>
            <a:r>
              <a:rPr b="1" lang="es" sz="1650"/>
              <a:t>git stash</a:t>
            </a:r>
            <a:r>
              <a:rPr lang="es" sz="1650"/>
              <a:t>: descarta todos los cambios no commiteados, </a:t>
            </a:r>
            <a:r>
              <a:rPr i="1" lang="es" sz="1650"/>
              <a:t>guardándolos </a:t>
            </a:r>
            <a:r>
              <a:rPr lang="es" sz="1650"/>
              <a:t>para poder recuperarlos en un futuro.</a:t>
            </a:r>
            <a:endParaRPr sz="165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39"/>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GIT | Recuperar cambios que han sido descartados</a:t>
            </a:r>
            <a:endParaRPr/>
          </a:p>
          <a:p>
            <a:pPr indent="0" lvl="0" marL="0" rtl="0" algn="l">
              <a:spcBef>
                <a:spcPts val="0"/>
              </a:spcBef>
              <a:spcAft>
                <a:spcPts val="0"/>
              </a:spcAft>
              <a:buNone/>
            </a:pPr>
            <a:r>
              <a:t/>
            </a:r>
            <a:endParaRPr/>
          </a:p>
        </p:txBody>
      </p:sp>
      <p:sp>
        <p:nvSpPr>
          <p:cNvPr id="301" name="Google Shape;301;p39"/>
          <p:cNvSpPr txBox="1"/>
          <p:nvPr>
            <p:ph idx="1" type="body"/>
          </p:nvPr>
        </p:nvSpPr>
        <p:spPr>
          <a:xfrm>
            <a:off x="432000" y="1295300"/>
            <a:ext cx="8280000" cy="3452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s" sz="1650"/>
              <a:t>Los cambios que han sido descartados con </a:t>
            </a:r>
            <a:r>
              <a:rPr b="1" lang="es" sz="1650"/>
              <a:t>git stash</a:t>
            </a:r>
            <a:r>
              <a:rPr lang="es" sz="1650"/>
              <a:t> pueden ser recuperados.</a:t>
            </a:r>
            <a:endParaRPr sz="1650"/>
          </a:p>
          <a:p>
            <a:pPr indent="0" lvl="0" marL="0" rtl="0" algn="l">
              <a:spcBef>
                <a:spcPts val="1200"/>
              </a:spcBef>
              <a:spcAft>
                <a:spcPts val="0"/>
              </a:spcAft>
              <a:buNone/>
            </a:pPr>
            <a:r>
              <a:rPr b="1" lang="es" sz="1650"/>
              <a:t>git stash list</a:t>
            </a:r>
            <a:r>
              <a:rPr lang="es" sz="1650"/>
              <a:t>: lista todos los “puntos de restauración” que hemos generado con “stash”. El más reciente tiene el índice 0 (cero).</a:t>
            </a:r>
            <a:endParaRPr sz="1650"/>
          </a:p>
          <a:p>
            <a:pPr indent="0" lvl="0" marL="0" rtl="0" algn="l">
              <a:spcBef>
                <a:spcPts val="1200"/>
              </a:spcBef>
              <a:spcAft>
                <a:spcPts val="0"/>
              </a:spcAft>
              <a:buNone/>
            </a:pPr>
            <a:r>
              <a:rPr b="1" lang="es" sz="1650"/>
              <a:t>git stash show –p &lt;stash-name&gt;</a:t>
            </a:r>
            <a:r>
              <a:rPr lang="es" sz="1650"/>
              <a:t>: Muestra los cambios que se encuentran guardados en un stash en particular.</a:t>
            </a:r>
            <a:endParaRPr sz="1650"/>
          </a:p>
          <a:p>
            <a:pPr indent="0" lvl="0" marL="0" rtl="0" algn="l">
              <a:spcBef>
                <a:spcPts val="1200"/>
              </a:spcBef>
              <a:spcAft>
                <a:spcPts val="0"/>
              </a:spcAft>
              <a:buNone/>
            </a:pPr>
            <a:r>
              <a:rPr b="1" lang="es" sz="1650"/>
              <a:t>git stash apply &lt;stash-name&gt;</a:t>
            </a:r>
            <a:r>
              <a:rPr lang="es" sz="1650"/>
              <a:t>: Recupera los cambios desde un stash en particular (no se elimina el punto de restauración).</a:t>
            </a:r>
            <a:endParaRPr sz="1650"/>
          </a:p>
          <a:p>
            <a:pPr indent="0" lvl="0" marL="0" rtl="0" algn="l">
              <a:spcBef>
                <a:spcPts val="1200"/>
              </a:spcBef>
              <a:spcAft>
                <a:spcPts val="1200"/>
              </a:spcAft>
              <a:buNone/>
            </a:pPr>
            <a:r>
              <a:rPr b="1" lang="es" sz="1650"/>
              <a:t>git stash drop &lt;stash-name&gt;</a:t>
            </a:r>
            <a:r>
              <a:rPr lang="es" sz="1650"/>
              <a:t>: Elimina un “punto de restauración” de forma definitiva, y la pila de cambios stasheados se reordenará. Esta acción es irreversible.</a:t>
            </a:r>
            <a:endParaRPr sz="165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40"/>
          <p:cNvSpPr txBox="1"/>
          <p:nvPr>
            <p:ph type="title"/>
          </p:nvPr>
        </p:nvSpPr>
        <p:spPr>
          <a:xfrm>
            <a:off x="311700" y="597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0740"/>
              <a:buFont typeface="Arial"/>
              <a:buNone/>
            </a:pPr>
            <a:r>
              <a:rPr lang="es" sz="2700"/>
              <a:t>GIT | Ignorar archivos o carpetas</a:t>
            </a:r>
            <a:endParaRPr sz="2700"/>
          </a:p>
          <a:p>
            <a:pPr indent="0" lvl="0" marL="0" rtl="0" algn="l">
              <a:spcBef>
                <a:spcPts val="0"/>
              </a:spcBef>
              <a:spcAft>
                <a:spcPts val="0"/>
              </a:spcAft>
              <a:buClr>
                <a:schemeClr val="dk1"/>
              </a:buClr>
              <a:buSzPct val="40740"/>
              <a:buFont typeface="Arial"/>
              <a:buNone/>
            </a:pPr>
            <a:r>
              <a:t/>
            </a:r>
            <a:endParaRPr sz="2700"/>
          </a:p>
          <a:p>
            <a:pPr indent="0" lvl="0" marL="0" rtl="0" algn="l">
              <a:spcBef>
                <a:spcPts val="0"/>
              </a:spcBef>
              <a:spcAft>
                <a:spcPts val="0"/>
              </a:spcAft>
              <a:buClr>
                <a:schemeClr val="dk1"/>
              </a:buClr>
              <a:buSzPct val="40740"/>
              <a:buFont typeface="Arial"/>
              <a:buNone/>
            </a:pPr>
            <a:r>
              <a:t/>
            </a:r>
            <a:endParaRPr sz="2700"/>
          </a:p>
          <a:p>
            <a:pPr indent="0" lvl="0" marL="0" rtl="0" algn="l">
              <a:spcBef>
                <a:spcPts val="0"/>
              </a:spcBef>
              <a:spcAft>
                <a:spcPts val="0"/>
              </a:spcAft>
              <a:buClr>
                <a:schemeClr val="dk1"/>
              </a:buClr>
              <a:buSzPct val="40740"/>
              <a:buFont typeface="Arial"/>
              <a:buNone/>
            </a:pPr>
            <a:r>
              <a:t/>
            </a:r>
            <a:endParaRPr sz="2700"/>
          </a:p>
          <a:p>
            <a:pPr indent="0" lvl="0" marL="0" rtl="0" algn="l">
              <a:spcBef>
                <a:spcPts val="0"/>
              </a:spcBef>
              <a:spcAft>
                <a:spcPts val="0"/>
              </a:spcAft>
              <a:buClr>
                <a:schemeClr val="dk1"/>
              </a:buClr>
              <a:buSzPct val="40740"/>
              <a:buFont typeface="Arial"/>
              <a:buNone/>
            </a:pPr>
            <a:r>
              <a:t/>
            </a:r>
            <a:endParaRPr sz="2700"/>
          </a:p>
          <a:p>
            <a:pPr indent="0" lvl="0" marL="0" rtl="0" algn="l">
              <a:spcBef>
                <a:spcPts val="0"/>
              </a:spcBef>
              <a:spcAft>
                <a:spcPts val="0"/>
              </a:spcAft>
              <a:buClr>
                <a:schemeClr val="dk1"/>
              </a:buClr>
              <a:buSzPct val="40740"/>
              <a:buFont typeface="Arial"/>
              <a:buNone/>
            </a:pPr>
            <a:r>
              <a:t/>
            </a:r>
            <a:endParaRPr sz="2700"/>
          </a:p>
        </p:txBody>
      </p:sp>
      <p:sp>
        <p:nvSpPr>
          <p:cNvPr id="307" name="Google Shape;307;p40"/>
          <p:cNvSpPr txBox="1"/>
          <p:nvPr>
            <p:ph idx="1" type="body"/>
          </p:nvPr>
        </p:nvSpPr>
        <p:spPr>
          <a:xfrm>
            <a:off x="311700" y="1152475"/>
            <a:ext cx="3999900" cy="3387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Clr>
                <a:schemeClr val="dk1"/>
              </a:buClr>
              <a:buSzPts val="1100"/>
              <a:buFont typeface="Arial"/>
              <a:buNone/>
            </a:pPr>
            <a:r>
              <a:rPr lang="es" sz="1650"/>
              <a:t>Cuando no necesitamos que todos los archivos de nuestro proyecto sean gestionados por git podemos hacer una lista con los archivos y/o carpetas a excluir, y guardarla en un archivo de texto que tenga el nombre </a:t>
            </a:r>
            <a:r>
              <a:rPr b="1" lang="es" sz="1650"/>
              <a:t>.gitignore</a:t>
            </a:r>
            <a:r>
              <a:rPr lang="es" sz="1650"/>
              <a:t>. Se debe poner un nombre por </a:t>
            </a:r>
            <a:r>
              <a:rPr lang="es" sz="1650"/>
              <a:t>línea</a:t>
            </a:r>
            <a:r>
              <a:rPr lang="es" sz="1650"/>
              <a:t>, y todos los archivos </a:t>
            </a:r>
            <a:r>
              <a:rPr lang="es" sz="1650"/>
              <a:t>allí</a:t>
            </a:r>
            <a:r>
              <a:rPr lang="es" sz="1650"/>
              <a:t> listados </a:t>
            </a:r>
            <a:r>
              <a:rPr lang="es" sz="1650"/>
              <a:t>serán</a:t>
            </a:r>
            <a:r>
              <a:rPr lang="es" sz="1650"/>
              <a:t> ignorados por git.</a:t>
            </a:r>
            <a:endParaRPr sz="1650"/>
          </a:p>
        </p:txBody>
      </p:sp>
      <p:pic>
        <p:nvPicPr>
          <p:cNvPr id="308" name="Google Shape;308;p40"/>
          <p:cNvPicPr preferRelativeResize="0"/>
          <p:nvPr/>
        </p:nvPicPr>
        <p:blipFill rotWithShape="1">
          <a:blip r:embed="rId3">
            <a:alphaModFix/>
          </a:blip>
          <a:srcRect b="16895" l="0" r="0" t="0"/>
          <a:stretch/>
        </p:blipFill>
        <p:spPr>
          <a:xfrm>
            <a:off x="5072200" y="1170125"/>
            <a:ext cx="2734525" cy="1560900"/>
          </a:xfrm>
          <a:prstGeom prst="rect">
            <a:avLst/>
          </a:prstGeom>
          <a:noFill/>
          <a:ln>
            <a:noFill/>
          </a:ln>
        </p:spPr>
      </p:pic>
      <p:pic>
        <p:nvPicPr>
          <p:cNvPr id="309" name="Google Shape;309;p40"/>
          <p:cNvPicPr preferRelativeResize="0"/>
          <p:nvPr/>
        </p:nvPicPr>
        <p:blipFill rotWithShape="1">
          <a:blip r:embed="rId4">
            <a:alphaModFix/>
          </a:blip>
          <a:srcRect b="36220" l="0" r="0" t="0"/>
          <a:stretch/>
        </p:blipFill>
        <p:spPr>
          <a:xfrm>
            <a:off x="4572000" y="2690313"/>
            <a:ext cx="3818325" cy="1932912"/>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41"/>
          <p:cNvSpPr txBox="1"/>
          <p:nvPr>
            <p:ph type="title"/>
          </p:nvPr>
        </p:nvSpPr>
        <p:spPr>
          <a:xfrm>
            <a:off x="311700" y="597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0740"/>
              <a:buFont typeface="Arial"/>
              <a:buNone/>
            </a:pPr>
            <a:r>
              <a:rPr lang="es" sz="2700"/>
              <a:t>GIT | Ramas (branch)</a:t>
            </a:r>
            <a:endParaRPr sz="2700"/>
          </a:p>
          <a:p>
            <a:pPr indent="0" lvl="0" marL="0" rtl="0" algn="l">
              <a:spcBef>
                <a:spcPts val="0"/>
              </a:spcBef>
              <a:spcAft>
                <a:spcPts val="0"/>
              </a:spcAft>
              <a:buClr>
                <a:schemeClr val="dk1"/>
              </a:buClr>
              <a:buSzPct val="40740"/>
              <a:buFont typeface="Arial"/>
              <a:buNone/>
            </a:pPr>
            <a:r>
              <a:t/>
            </a:r>
            <a:endParaRPr sz="2700"/>
          </a:p>
          <a:p>
            <a:pPr indent="0" lvl="0" marL="0" rtl="0" algn="l">
              <a:spcBef>
                <a:spcPts val="0"/>
              </a:spcBef>
              <a:spcAft>
                <a:spcPts val="0"/>
              </a:spcAft>
              <a:buClr>
                <a:schemeClr val="dk1"/>
              </a:buClr>
              <a:buSzPct val="40740"/>
              <a:buFont typeface="Arial"/>
              <a:buNone/>
            </a:pPr>
            <a:r>
              <a:t/>
            </a:r>
            <a:endParaRPr sz="2700"/>
          </a:p>
          <a:p>
            <a:pPr indent="0" lvl="0" marL="0" rtl="0" algn="l">
              <a:spcBef>
                <a:spcPts val="0"/>
              </a:spcBef>
              <a:spcAft>
                <a:spcPts val="0"/>
              </a:spcAft>
              <a:buClr>
                <a:schemeClr val="dk1"/>
              </a:buClr>
              <a:buSzPct val="40740"/>
              <a:buFont typeface="Arial"/>
              <a:buNone/>
            </a:pPr>
            <a:r>
              <a:t/>
            </a:r>
            <a:endParaRPr sz="2700"/>
          </a:p>
          <a:p>
            <a:pPr indent="0" lvl="0" marL="0" rtl="0" algn="l">
              <a:spcBef>
                <a:spcPts val="0"/>
              </a:spcBef>
              <a:spcAft>
                <a:spcPts val="0"/>
              </a:spcAft>
              <a:buClr>
                <a:schemeClr val="dk1"/>
              </a:buClr>
              <a:buSzPct val="40740"/>
              <a:buFont typeface="Arial"/>
              <a:buNone/>
            </a:pPr>
            <a:r>
              <a:t/>
            </a:r>
            <a:endParaRPr sz="2700"/>
          </a:p>
          <a:p>
            <a:pPr indent="0" lvl="0" marL="0" rtl="0" algn="l">
              <a:spcBef>
                <a:spcPts val="0"/>
              </a:spcBef>
              <a:spcAft>
                <a:spcPts val="0"/>
              </a:spcAft>
              <a:buClr>
                <a:schemeClr val="dk1"/>
              </a:buClr>
              <a:buSzPct val="40740"/>
              <a:buFont typeface="Arial"/>
              <a:buNone/>
            </a:pPr>
            <a:r>
              <a:t/>
            </a:r>
            <a:endParaRPr sz="2700"/>
          </a:p>
        </p:txBody>
      </p:sp>
      <p:sp>
        <p:nvSpPr>
          <p:cNvPr id="315" name="Google Shape;315;p41"/>
          <p:cNvSpPr txBox="1"/>
          <p:nvPr>
            <p:ph idx="1" type="body"/>
          </p:nvPr>
        </p:nvSpPr>
        <p:spPr>
          <a:xfrm>
            <a:off x="311700" y="1152475"/>
            <a:ext cx="4086000" cy="33876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Clr>
                <a:schemeClr val="dk1"/>
              </a:buClr>
              <a:buSzPts val="1100"/>
              <a:buFont typeface="Arial"/>
              <a:buNone/>
            </a:pPr>
            <a:r>
              <a:rPr lang="es" sz="1650"/>
              <a:t>Podemos crear una nueva rama en nuestro proyecto, mediante estos comandos:</a:t>
            </a:r>
            <a:endParaRPr sz="1650"/>
          </a:p>
          <a:p>
            <a:pPr indent="0" lvl="0" marL="0" rtl="0" algn="l">
              <a:spcBef>
                <a:spcPts val="1200"/>
              </a:spcBef>
              <a:spcAft>
                <a:spcPts val="0"/>
              </a:spcAft>
              <a:buClr>
                <a:schemeClr val="dk1"/>
              </a:buClr>
              <a:buSzPts val="1100"/>
              <a:buFont typeface="Arial"/>
              <a:buNone/>
            </a:pPr>
            <a:r>
              <a:rPr b="1" lang="es" sz="1650"/>
              <a:t>git branch</a:t>
            </a:r>
            <a:r>
              <a:rPr lang="es" sz="1650"/>
              <a:t>: muestra la(s) ramas que componen el proyecto.</a:t>
            </a:r>
            <a:endParaRPr sz="1650"/>
          </a:p>
          <a:p>
            <a:pPr indent="0" lvl="0" marL="0" rtl="0" algn="l">
              <a:spcBef>
                <a:spcPts val="1200"/>
              </a:spcBef>
              <a:spcAft>
                <a:spcPts val="0"/>
              </a:spcAft>
              <a:buClr>
                <a:schemeClr val="dk1"/>
              </a:buClr>
              <a:buSzPts val="1100"/>
              <a:buFont typeface="Arial"/>
              <a:buNone/>
            </a:pPr>
            <a:r>
              <a:rPr b="1" lang="es" sz="1650"/>
              <a:t>git branch &lt;nombre de la rama&gt;</a:t>
            </a:r>
            <a:r>
              <a:rPr lang="es" sz="1650"/>
              <a:t>: crea una nueva rama con el nombre indicado</a:t>
            </a:r>
            <a:endParaRPr sz="1650"/>
          </a:p>
          <a:p>
            <a:pPr indent="0" lvl="0" marL="0" rtl="0" algn="l">
              <a:spcBef>
                <a:spcPts val="1200"/>
              </a:spcBef>
              <a:spcAft>
                <a:spcPts val="1200"/>
              </a:spcAft>
              <a:buClr>
                <a:schemeClr val="dk1"/>
              </a:buClr>
              <a:buSzPts val="1100"/>
              <a:buFont typeface="Arial"/>
              <a:buNone/>
            </a:pPr>
            <a:r>
              <a:rPr b="1" lang="es" sz="1650"/>
              <a:t>git checkout &lt;nombre de la rama&gt;</a:t>
            </a:r>
            <a:r>
              <a:rPr lang="es" sz="1650"/>
              <a:t>: cambio a otra rama para trabajar en ella.</a:t>
            </a:r>
            <a:endParaRPr sz="1650"/>
          </a:p>
        </p:txBody>
      </p:sp>
      <p:pic>
        <p:nvPicPr>
          <p:cNvPr id="316" name="Google Shape;316;p41"/>
          <p:cNvPicPr preferRelativeResize="0"/>
          <p:nvPr/>
        </p:nvPicPr>
        <p:blipFill>
          <a:blip r:embed="rId3">
            <a:alphaModFix/>
          </a:blip>
          <a:stretch>
            <a:fillRect/>
          </a:stretch>
        </p:blipFill>
        <p:spPr>
          <a:xfrm>
            <a:off x="4572000" y="1261052"/>
            <a:ext cx="3818325" cy="2744573"/>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42"/>
          <p:cNvSpPr txBox="1"/>
          <p:nvPr>
            <p:ph type="title"/>
          </p:nvPr>
        </p:nvSpPr>
        <p:spPr>
          <a:xfrm>
            <a:off x="311700" y="597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0740"/>
              <a:buFont typeface="Arial"/>
              <a:buNone/>
            </a:pPr>
            <a:r>
              <a:rPr lang="es" sz="2700"/>
              <a:t>GIT | GitHub</a:t>
            </a:r>
            <a:endParaRPr sz="2700"/>
          </a:p>
          <a:p>
            <a:pPr indent="0" lvl="0" marL="0" rtl="0" algn="l">
              <a:spcBef>
                <a:spcPts val="0"/>
              </a:spcBef>
              <a:spcAft>
                <a:spcPts val="0"/>
              </a:spcAft>
              <a:buClr>
                <a:schemeClr val="dk1"/>
              </a:buClr>
              <a:buSzPct val="40740"/>
              <a:buFont typeface="Arial"/>
              <a:buNone/>
            </a:pPr>
            <a:r>
              <a:t/>
            </a:r>
            <a:endParaRPr sz="2700"/>
          </a:p>
          <a:p>
            <a:pPr indent="0" lvl="0" marL="0" rtl="0" algn="l">
              <a:spcBef>
                <a:spcPts val="0"/>
              </a:spcBef>
              <a:spcAft>
                <a:spcPts val="0"/>
              </a:spcAft>
              <a:buClr>
                <a:schemeClr val="dk1"/>
              </a:buClr>
              <a:buSzPct val="40740"/>
              <a:buFont typeface="Arial"/>
              <a:buNone/>
            </a:pPr>
            <a:r>
              <a:t/>
            </a:r>
            <a:endParaRPr sz="2700"/>
          </a:p>
          <a:p>
            <a:pPr indent="0" lvl="0" marL="0" rtl="0" algn="l">
              <a:spcBef>
                <a:spcPts val="0"/>
              </a:spcBef>
              <a:spcAft>
                <a:spcPts val="0"/>
              </a:spcAft>
              <a:buClr>
                <a:schemeClr val="dk1"/>
              </a:buClr>
              <a:buSzPct val="40740"/>
              <a:buFont typeface="Arial"/>
              <a:buNone/>
            </a:pPr>
            <a:r>
              <a:t/>
            </a:r>
            <a:endParaRPr sz="2700"/>
          </a:p>
          <a:p>
            <a:pPr indent="0" lvl="0" marL="0" rtl="0" algn="l">
              <a:spcBef>
                <a:spcPts val="0"/>
              </a:spcBef>
              <a:spcAft>
                <a:spcPts val="0"/>
              </a:spcAft>
              <a:buClr>
                <a:schemeClr val="dk1"/>
              </a:buClr>
              <a:buSzPct val="40740"/>
              <a:buFont typeface="Arial"/>
              <a:buNone/>
            </a:pPr>
            <a:r>
              <a:t/>
            </a:r>
            <a:endParaRPr sz="2700"/>
          </a:p>
          <a:p>
            <a:pPr indent="0" lvl="0" marL="0" rtl="0" algn="l">
              <a:spcBef>
                <a:spcPts val="0"/>
              </a:spcBef>
              <a:spcAft>
                <a:spcPts val="0"/>
              </a:spcAft>
              <a:buClr>
                <a:schemeClr val="dk1"/>
              </a:buClr>
              <a:buSzPct val="40740"/>
              <a:buFont typeface="Arial"/>
              <a:buNone/>
            </a:pPr>
            <a:r>
              <a:t/>
            </a:r>
            <a:endParaRPr sz="2700"/>
          </a:p>
        </p:txBody>
      </p:sp>
      <p:sp>
        <p:nvSpPr>
          <p:cNvPr id="322" name="Google Shape;322;p42"/>
          <p:cNvSpPr txBox="1"/>
          <p:nvPr>
            <p:ph idx="1" type="body"/>
          </p:nvPr>
        </p:nvSpPr>
        <p:spPr>
          <a:xfrm>
            <a:off x="311700" y="1152475"/>
            <a:ext cx="8160000" cy="33876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Clr>
                <a:schemeClr val="dk1"/>
              </a:buClr>
              <a:buSzPct val="45294"/>
              <a:buFont typeface="Arial"/>
              <a:buNone/>
            </a:pPr>
            <a:r>
              <a:rPr lang="es" sz="2428"/>
              <a:t>GitHub </a:t>
            </a:r>
            <a:r>
              <a:rPr lang="es" sz="2428"/>
              <a:t>es una plataforma de repositorios remotos. Además de permitir ver el código y descargar diferentes versiones de una aplicación, la plataforma también conecta desarrolladores para que puedan colaborar en un mismo proyecto.</a:t>
            </a:r>
            <a:endParaRPr sz="2428"/>
          </a:p>
          <a:p>
            <a:pPr indent="0" lvl="0" marL="0" rtl="0" algn="l">
              <a:spcBef>
                <a:spcPts val="1200"/>
              </a:spcBef>
              <a:spcAft>
                <a:spcPts val="0"/>
              </a:spcAft>
              <a:buClr>
                <a:schemeClr val="dk1"/>
              </a:buClr>
              <a:buSzPct val="45294"/>
              <a:buFont typeface="Arial"/>
              <a:buNone/>
            </a:pPr>
            <a:r>
              <a:rPr lang="es" sz="2428"/>
              <a:t>Podemos sincronizar repositorios locales con repositorios remotos, clonar en nuestra PC repositorios públicos de terceros, utilizar la plataforma como un </a:t>
            </a:r>
            <a:r>
              <a:rPr lang="es" sz="2428"/>
              <a:t>mecanismo</a:t>
            </a:r>
            <a:r>
              <a:rPr lang="es" sz="2428"/>
              <a:t> de backup de nuestros repositorios locales. Para poder subir gratis los proyectos deberán ser de código abierto. Ofrece también una herramienta de revisión de código, en la que se pueden dejar anotaciones para mejorar y optimizar el código.</a:t>
            </a:r>
            <a:endParaRPr sz="2428"/>
          </a:p>
          <a:p>
            <a:pPr indent="0" lvl="0" marL="0" rtl="0" algn="r">
              <a:spcBef>
                <a:spcPts val="1200"/>
              </a:spcBef>
              <a:spcAft>
                <a:spcPts val="1200"/>
              </a:spcAft>
              <a:buClr>
                <a:schemeClr val="dk1"/>
              </a:buClr>
              <a:buSzPct val="45294"/>
              <a:buFont typeface="Arial"/>
              <a:buNone/>
            </a:pPr>
            <a:r>
              <a:rPr lang="es" sz="2428" u="sng">
                <a:solidFill>
                  <a:schemeClr val="hlink"/>
                </a:solidFill>
                <a:hlinkClick r:id="rId3"/>
              </a:rPr>
              <a:t>Ingresar</a:t>
            </a:r>
            <a:r>
              <a:rPr lang="es" sz="2428"/>
              <a:t> </a:t>
            </a:r>
            <a:endParaRPr sz="2364"/>
          </a:p>
        </p:txBody>
      </p:sp>
      <p:pic>
        <p:nvPicPr>
          <p:cNvPr id="323" name="Google Shape;323;p42"/>
          <p:cNvPicPr preferRelativeResize="0"/>
          <p:nvPr/>
        </p:nvPicPr>
        <p:blipFill rotWithShape="1">
          <a:blip r:embed="rId4">
            <a:alphaModFix/>
          </a:blip>
          <a:srcRect b="0" l="0" r="0" t="0"/>
          <a:stretch/>
        </p:blipFill>
        <p:spPr>
          <a:xfrm>
            <a:off x="6818074" y="3840427"/>
            <a:ext cx="572734" cy="572699"/>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3"/>
          <p:cNvSpPr txBox="1"/>
          <p:nvPr>
            <p:ph type="title"/>
          </p:nvPr>
        </p:nvSpPr>
        <p:spPr>
          <a:xfrm>
            <a:off x="311700" y="5973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0740"/>
              <a:buFont typeface="Arial"/>
              <a:buNone/>
            </a:pPr>
            <a:r>
              <a:rPr lang="es" sz="2700"/>
              <a:t>GIT | Crear y vincular repositorio remoto</a:t>
            </a:r>
            <a:endParaRPr sz="2700"/>
          </a:p>
          <a:p>
            <a:pPr indent="0" lvl="0" marL="0" rtl="0" algn="l">
              <a:spcBef>
                <a:spcPts val="0"/>
              </a:spcBef>
              <a:spcAft>
                <a:spcPts val="0"/>
              </a:spcAft>
              <a:buClr>
                <a:schemeClr val="dk1"/>
              </a:buClr>
              <a:buSzPct val="40740"/>
              <a:buFont typeface="Arial"/>
              <a:buNone/>
            </a:pPr>
            <a:r>
              <a:t/>
            </a:r>
            <a:endParaRPr sz="2700"/>
          </a:p>
          <a:p>
            <a:pPr indent="0" lvl="0" marL="0" rtl="0" algn="l">
              <a:spcBef>
                <a:spcPts val="0"/>
              </a:spcBef>
              <a:spcAft>
                <a:spcPts val="0"/>
              </a:spcAft>
              <a:buClr>
                <a:schemeClr val="dk1"/>
              </a:buClr>
              <a:buSzPct val="40740"/>
              <a:buFont typeface="Arial"/>
              <a:buNone/>
            </a:pPr>
            <a:r>
              <a:t/>
            </a:r>
            <a:endParaRPr sz="2700"/>
          </a:p>
          <a:p>
            <a:pPr indent="0" lvl="0" marL="0" rtl="0" algn="l">
              <a:spcBef>
                <a:spcPts val="0"/>
              </a:spcBef>
              <a:spcAft>
                <a:spcPts val="0"/>
              </a:spcAft>
              <a:buClr>
                <a:schemeClr val="dk1"/>
              </a:buClr>
              <a:buSzPct val="40740"/>
              <a:buFont typeface="Arial"/>
              <a:buNone/>
            </a:pPr>
            <a:r>
              <a:t/>
            </a:r>
            <a:endParaRPr sz="2700"/>
          </a:p>
          <a:p>
            <a:pPr indent="0" lvl="0" marL="0" rtl="0" algn="l">
              <a:spcBef>
                <a:spcPts val="0"/>
              </a:spcBef>
              <a:spcAft>
                <a:spcPts val="0"/>
              </a:spcAft>
              <a:buClr>
                <a:schemeClr val="dk1"/>
              </a:buClr>
              <a:buSzPct val="40740"/>
              <a:buFont typeface="Arial"/>
              <a:buNone/>
            </a:pPr>
            <a:r>
              <a:t/>
            </a:r>
            <a:endParaRPr sz="2700"/>
          </a:p>
          <a:p>
            <a:pPr indent="0" lvl="0" marL="0" rtl="0" algn="l">
              <a:spcBef>
                <a:spcPts val="0"/>
              </a:spcBef>
              <a:spcAft>
                <a:spcPts val="0"/>
              </a:spcAft>
              <a:buClr>
                <a:schemeClr val="dk1"/>
              </a:buClr>
              <a:buSzPct val="40740"/>
              <a:buFont typeface="Arial"/>
              <a:buNone/>
            </a:pPr>
            <a:r>
              <a:t/>
            </a:r>
            <a:endParaRPr sz="2700"/>
          </a:p>
        </p:txBody>
      </p:sp>
      <p:sp>
        <p:nvSpPr>
          <p:cNvPr id="329" name="Google Shape;329;p43"/>
          <p:cNvSpPr txBox="1"/>
          <p:nvPr>
            <p:ph idx="1" type="body"/>
          </p:nvPr>
        </p:nvSpPr>
        <p:spPr>
          <a:xfrm>
            <a:off x="311700" y="1152475"/>
            <a:ext cx="8160000" cy="3387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1650"/>
              <a:t>Creamos un repositorio </a:t>
            </a:r>
            <a:r>
              <a:rPr b="1" lang="es" sz="1650"/>
              <a:t>(1)</a:t>
            </a:r>
            <a:r>
              <a:rPr lang="es" sz="1650"/>
              <a:t>, le damos un nombre </a:t>
            </a:r>
            <a:r>
              <a:rPr b="1" lang="es" sz="1650"/>
              <a:t>(2)</a:t>
            </a:r>
            <a:r>
              <a:rPr lang="es" sz="1650"/>
              <a:t> y lo enlazamos con nuestro repositorio local mediante el comando que nos muestra la plataforma </a:t>
            </a:r>
            <a:r>
              <a:rPr b="1" lang="es" sz="1650"/>
              <a:t>(3)</a:t>
            </a:r>
            <a:r>
              <a:rPr lang="es" sz="1650"/>
              <a:t>.</a:t>
            </a:r>
            <a:endParaRPr sz="1650"/>
          </a:p>
        </p:txBody>
      </p:sp>
      <p:pic>
        <p:nvPicPr>
          <p:cNvPr id="330" name="Google Shape;330;p43"/>
          <p:cNvPicPr preferRelativeResize="0"/>
          <p:nvPr/>
        </p:nvPicPr>
        <p:blipFill>
          <a:blip r:embed="rId3">
            <a:alphaModFix/>
          </a:blip>
          <a:stretch>
            <a:fillRect/>
          </a:stretch>
        </p:blipFill>
        <p:spPr>
          <a:xfrm>
            <a:off x="1780938" y="2247150"/>
            <a:ext cx="993925" cy="460600"/>
          </a:xfrm>
          <a:prstGeom prst="rect">
            <a:avLst/>
          </a:prstGeom>
          <a:noFill/>
          <a:ln>
            <a:noFill/>
          </a:ln>
        </p:spPr>
      </p:pic>
      <p:pic>
        <p:nvPicPr>
          <p:cNvPr id="331" name="Google Shape;331;p43"/>
          <p:cNvPicPr preferRelativeResize="0"/>
          <p:nvPr/>
        </p:nvPicPr>
        <p:blipFill rotWithShape="1">
          <a:blip r:embed="rId4">
            <a:alphaModFix/>
          </a:blip>
          <a:srcRect b="23447" l="0" r="0" t="0"/>
          <a:stretch/>
        </p:blipFill>
        <p:spPr>
          <a:xfrm>
            <a:off x="3422163" y="2191099"/>
            <a:ext cx="3732700" cy="572700"/>
          </a:xfrm>
          <a:prstGeom prst="rect">
            <a:avLst/>
          </a:prstGeom>
          <a:noFill/>
          <a:ln>
            <a:noFill/>
          </a:ln>
        </p:spPr>
      </p:pic>
      <p:pic>
        <p:nvPicPr>
          <p:cNvPr id="332" name="Google Shape;332;p43"/>
          <p:cNvPicPr preferRelativeResize="0"/>
          <p:nvPr/>
        </p:nvPicPr>
        <p:blipFill>
          <a:blip r:embed="rId5">
            <a:alphaModFix/>
          </a:blip>
          <a:stretch>
            <a:fillRect/>
          </a:stretch>
        </p:blipFill>
        <p:spPr>
          <a:xfrm>
            <a:off x="1780938" y="2856172"/>
            <a:ext cx="4478600" cy="1420556"/>
          </a:xfrm>
          <a:prstGeom prst="rect">
            <a:avLst/>
          </a:prstGeom>
          <a:noFill/>
          <a:ln>
            <a:noFill/>
          </a:ln>
        </p:spPr>
      </p:pic>
      <p:sp>
        <p:nvSpPr>
          <p:cNvPr id="333" name="Google Shape;333;p43"/>
          <p:cNvSpPr txBox="1"/>
          <p:nvPr>
            <p:ph idx="1" type="body"/>
          </p:nvPr>
        </p:nvSpPr>
        <p:spPr>
          <a:xfrm>
            <a:off x="1539250" y="2271350"/>
            <a:ext cx="315600" cy="412200"/>
          </a:xfrm>
          <a:prstGeom prst="rect">
            <a:avLst/>
          </a:prstGeom>
        </p:spPr>
        <p:txBody>
          <a:bodyPr anchorCtr="0" anchor="t" bIns="91425" lIns="91425" spcFirstLastPara="1" rIns="91425" wrap="square" tIns="91425">
            <a:normAutofit fontScale="92500" lnSpcReduction="20000"/>
          </a:bodyPr>
          <a:lstStyle/>
          <a:p>
            <a:pPr indent="0" lvl="0" marL="0" rtl="0" algn="ctr">
              <a:spcBef>
                <a:spcPts val="0"/>
              </a:spcBef>
              <a:spcAft>
                <a:spcPts val="0"/>
              </a:spcAft>
              <a:buNone/>
            </a:pPr>
            <a:r>
              <a:rPr b="1" lang="es" sz="1650">
                <a:solidFill>
                  <a:srgbClr val="FF0000"/>
                </a:solidFill>
              </a:rPr>
              <a:t>1</a:t>
            </a:r>
            <a:endParaRPr b="1" sz="1650">
              <a:solidFill>
                <a:srgbClr val="FF0000"/>
              </a:solidFill>
            </a:endParaRPr>
          </a:p>
        </p:txBody>
      </p:sp>
      <p:sp>
        <p:nvSpPr>
          <p:cNvPr id="334" name="Google Shape;334;p43"/>
          <p:cNvSpPr txBox="1"/>
          <p:nvPr>
            <p:ph idx="1" type="body"/>
          </p:nvPr>
        </p:nvSpPr>
        <p:spPr>
          <a:xfrm>
            <a:off x="2811300" y="2271350"/>
            <a:ext cx="315600" cy="412200"/>
          </a:xfrm>
          <a:prstGeom prst="rect">
            <a:avLst/>
          </a:prstGeom>
        </p:spPr>
        <p:txBody>
          <a:bodyPr anchorCtr="0" anchor="t" bIns="91425" lIns="91425" spcFirstLastPara="1" rIns="91425" wrap="square" tIns="91425">
            <a:normAutofit fontScale="92500" lnSpcReduction="20000"/>
          </a:bodyPr>
          <a:lstStyle/>
          <a:p>
            <a:pPr indent="0" lvl="0" marL="0" rtl="0" algn="ctr">
              <a:spcBef>
                <a:spcPts val="0"/>
              </a:spcBef>
              <a:spcAft>
                <a:spcPts val="0"/>
              </a:spcAft>
              <a:buNone/>
            </a:pPr>
            <a:r>
              <a:rPr b="1" lang="es" sz="1650">
                <a:solidFill>
                  <a:srgbClr val="FF0000"/>
                </a:solidFill>
              </a:rPr>
              <a:t>2</a:t>
            </a:r>
            <a:endParaRPr b="1" sz="1650">
              <a:solidFill>
                <a:srgbClr val="FF0000"/>
              </a:solidFill>
            </a:endParaRPr>
          </a:p>
        </p:txBody>
      </p:sp>
      <p:sp>
        <p:nvSpPr>
          <p:cNvPr id="335" name="Google Shape;335;p43"/>
          <p:cNvSpPr txBox="1"/>
          <p:nvPr>
            <p:ph idx="1" type="body"/>
          </p:nvPr>
        </p:nvSpPr>
        <p:spPr>
          <a:xfrm>
            <a:off x="1539250" y="3360350"/>
            <a:ext cx="315600" cy="412200"/>
          </a:xfrm>
          <a:prstGeom prst="rect">
            <a:avLst/>
          </a:prstGeom>
        </p:spPr>
        <p:txBody>
          <a:bodyPr anchorCtr="0" anchor="t" bIns="91425" lIns="91425" spcFirstLastPara="1" rIns="91425" wrap="square" tIns="91425">
            <a:normAutofit fontScale="92500" lnSpcReduction="20000"/>
          </a:bodyPr>
          <a:lstStyle/>
          <a:p>
            <a:pPr indent="0" lvl="0" marL="0" rtl="0" algn="ctr">
              <a:spcBef>
                <a:spcPts val="0"/>
              </a:spcBef>
              <a:spcAft>
                <a:spcPts val="0"/>
              </a:spcAft>
              <a:buNone/>
            </a:pPr>
            <a:r>
              <a:rPr b="1" lang="es" sz="1650">
                <a:solidFill>
                  <a:srgbClr val="FF0000"/>
                </a:solidFill>
              </a:rPr>
              <a:t>3</a:t>
            </a:r>
            <a:endParaRPr b="1" sz="1650">
              <a:solidFill>
                <a:srgbClr val="FF0000"/>
              </a:solidFill>
            </a:endParaRPr>
          </a:p>
        </p:txBody>
      </p:sp>
      <p:pic>
        <p:nvPicPr>
          <p:cNvPr id="336" name="Google Shape;336;p43"/>
          <p:cNvPicPr preferRelativeResize="0"/>
          <p:nvPr/>
        </p:nvPicPr>
        <p:blipFill>
          <a:blip r:embed="rId6">
            <a:alphaModFix/>
          </a:blip>
          <a:stretch>
            <a:fillRect/>
          </a:stretch>
        </p:blipFill>
        <p:spPr>
          <a:xfrm>
            <a:off x="3145950" y="2383738"/>
            <a:ext cx="1533450" cy="3112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44"/>
          <p:cNvSpPr txBox="1"/>
          <p:nvPr>
            <p:ph type="title"/>
          </p:nvPr>
        </p:nvSpPr>
        <p:spPr>
          <a:xfrm>
            <a:off x="311700" y="5973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0740"/>
              <a:buFont typeface="Arial"/>
              <a:buNone/>
            </a:pPr>
            <a:r>
              <a:rPr lang="es" sz="2700"/>
              <a:t>GIT | Sincronizando con GitHub (push) </a:t>
            </a:r>
            <a:endParaRPr sz="2700"/>
          </a:p>
          <a:p>
            <a:pPr indent="0" lvl="0" marL="0" rtl="0" algn="l">
              <a:spcBef>
                <a:spcPts val="0"/>
              </a:spcBef>
              <a:spcAft>
                <a:spcPts val="0"/>
              </a:spcAft>
              <a:buClr>
                <a:schemeClr val="dk1"/>
              </a:buClr>
              <a:buSzPct val="40740"/>
              <a:buFont typeface="Arial"/>
              <a:buNone/>
            </a:pPr>
            <a:r>
              <a:t/>
            </a:r>
            <a:endParaRPr sz="2700"/>
          </a:p>
          <a:p>
            <a:pPr indent="0" lvl="0" marL="0" rtl="0" algn="l">
              <a:spcBef>
                <a:spcPts val="0"/>
              </a:spcBef>
              <a:spcAft>
                <a:spcPts val="0"/>
              </a:spcAft>
              <a:buClr>
                <a:schemeClr val="dk1"/>
              </a:buClr>
              <a:buSzPct val="40740"/>
              <a:buFont typeface="Arial"/>
              <a:buNone/>
            </a:pPr>
            <a:r>
              <a:t/>
            </a:r>
            <a:endParaRPr sz="2700"/>
          </a:p>
          <a:p>
            <a:pPr indent="0" lvl="0" marL="0" rtl="0" algn="l">
              <a:spcBef>
                <a:spcPts val="0"/>
              </a:spcBef>
              <a:spcAft>
                <a:spcPts val="0"/>
              </a:spcAft>
              <a:buClr>
                <a:schemeClr val="dk1"/>
              </a:buClr>
              <a:buSzPct val="40740"/>
              <a:buFont typeface="Arial"/>
              <a:buNone/>
            </a:pPr>
            <a:r>
              <a:t/>
            </a:r>
            <a:endParaRPr sz="2700"/>
          </a:p>
          <a:p>
            <a:pPr indent="0" lvl="0" marL="0" rtl="0" algn="l">
              <a:spcBef>
                <a:spcPts val="0"/>
              </a:spcBef>
              <a:spcAft>
                <a:spcPts val="0"/>
              </a:spcAft>
              <a:buClr>
                <a:schemeClr val="dk1"/>
              </a:buClr>
              <a:buSzPct val="40740"/>
              <a:buFont typeface="Arial"/>
              <a:buNone/>
            </a:pPr>
            <a:r>
              <a:t/>
            </a:r>
            <a:endParaRPr sz="2700"/>
          </a:p>
          <a:p>
            <a:pPr indent="0" lvl="0" marL="0" rtl="0" algn="l">
              <a:spcBef>
                <a:spcPts val="0"/>
              </a:spcBef>
              <a:spcAft>
                <a:spcPts val="0"/>
              </a:spcAft>
              <a:buClr>
                <a:schemeClr val="dk1"/>
              </a:buClr>
              <a:buSzPct val="40740"/>
              <a:buFont typeface="Arial"/>
              <a:buNone/>
            </a:pPr>
            <a:r>
              <a:t/>
            </a:r>
            <a:endParaRPr sz="2700"/>
          </a:p>
        </p:txBody>
      </p:sp>
      <p:sp>
        <p:nvSpPr>
          <p:cNvPr id="342" name="Google Shape;342;p44"/>
          <p:cNvSpPr txBox="1"/>
          <p:nvPr>
            <p:ph idx="1" type="body"/>
          </p:nvPr>
        </p:nvSpPr>
        <p:spPr>
          <a:xfrm>
            <a:off x="311700" y="1152475"/>
            <a:ext cx="8160000" cy="3387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s" sz="1650"/>
              <a:t>El comando </a:t>
            </a:r>
            <a:r>
              <a:rPr b="1" lang="es" sz="1650"/>
              <a:t>git push -u origin &lt;rama&gt;</a:t>
            </a:r>
            <a:r>
              <a:rPr lang="es" sz="1650"/>
              <a:t> sincroniza una rama del repositorio local con el repositorio externo. Necesitamos el nombre de usuario en GitHub y un token que se obtiene desde “Usuario -&gt; Settings -&gt; Developer settings -&gt; Personal tokens” (</a:t>
            </a:r>
            <a:r>
              <a:rPr lang="es" sz="1650" u="sng">
                <a:solidFill>
                  <a:schemeClr val="hlink"/>
                </a:solidFill>
                <a:hlinkClick r:id="rId3"/>
              </a:rPr>
              <a:t>cómo crear un token personal</a:t>
            </a:r>
            <a:r>
              <a:rPr lang="es" sz="1650"/>
              <a:t>).</a:t>
            </a:r>
            <a:endParaRPr sz="1650"/>
          </a:p>
          <a:p>
            <a:pPr indent="0" lvl="0" marL="0" rtl="0" algn="l">
              <a:spcBef>
                <a:spcPts val="0"/>
              </a:spcBef>
              <a:spcAft>
                <a:spcPts val="0"/>
              </a:spcAft>
              <a:buClr>
                <a:schemeClr val="dk1"/>
              </a:buClr>
              <a:buSzPts val="1100"/>
              <a:buFont typeface="Arial"/>
              <a:buNone/>
            </a:pPr>
            <a:r>
              <a:rPr lang="es" sz="1650"/>
              <a:t>Ejecutado este comando, el repositorio se sincroniza y podemos verlo en GitHub:</a:t>
            </a:r>
            <a:endParaRPr sz="1650"/>
          </a:p>
          <a:p>
            <a:pPr indent="0" lvl="0" marL="0" rtl="0" algn="l">
              <a:spcBef>
                <a:spcPts val="0"/>
              </a:spcBef>
              <a:spcAft>
                <a:spcPts val="0"/>
              </a:spcAft>
              <a:buClr>
                <a:schemeClr val="dk1"/>
              </a:buClr>
              <a:buSzPts val="1100"/>
              <a:buFont typeface="Arial"/>
              <a:buNone/>
            </a:pPr>
            <a:r>
              <a:t/>
            </a:r>
            <a:endParaRPr sz="2428"/>
          </a:p>
          <a:p>
            <a:pPr indent="0" lvl="0" marL="0" rtl="0" algn="l">
              <a:spcBef>
                <a:spcPts val="0"/>
              </a:spcBef>
              <a:spcAft>
                <a:spcPts val="0"/>
              </a:spcAft>
              <a:buClr>
                <a:schemeClr val="dk1"/>
              </a:buClr>
              <a:buSzPts val="1100"/>
              <a:buFont typeface="Arial"/>
              <a:buNone/>
            </a:pPr>
            <a:r>
              <a:t/>
            </a:r>
            <a:endParaRPr sz="1957"/>
          </a:p>
        </p:txBody>
      </p:sp>
      <p:pic>
        <p:nvPicPr>
          <p:cNvPr id="343" name="Google Shape;343;p44"/>
          <p:cNvPicPr preferRelativeResize="0"/>
          <p:nvPr/>
        </p:nvPicPr>
        <p:blipFill>
          <a:blip r:embed="rId4">
            <a:alphaModFix/>
          </a:blip>
          <a:stretch>
            <a:fillRect/>
          </a:stretch>
        </p:blipFill>
        <p:spPr>
          <a:xfrm>
            <a:off x="1816575" y="2952374"/>
            <a:ext cx="5150251" cy="15877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45"/>
          <p:cNvSpPr txBox="1"/>
          <p:nvPr>
            <p:ph type="title"/>
          </p:nvPr>
        </p:nvSpPr>
        <p:spPr>
          <a:xfrm>
            <a:off x="311700" y="5973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0740"/>
              <a:buFont typeface="Arial"/>
              <a:buNone/>
            </a:pPr>
            <a:r>
              <a:rPr lang="es" sz="2700"/>
              <a:t>GIT | Sincronizando con GitHub (push) </a:t>
            </a:r>
            <a:endParaRPr sz="2700"/>
          </a:p>
          <a:p>
            <a:pPr indent="0" lvl="0" marL="0" rtl="0" algn="l">
              <a:spcBef>
                <a:spcPts val="0"/>
              </a:spcBef>
              <a:spcAft>
                <a:spcPts val="0"/>
              </a:spcAft>
              <a:buClr>
                <a:schemeClr val="dk1"/>
              </a:buClr>
              <a:buSzPct val="40740"/>
              <a:buFont typeface="Arial"/>
              <a:buNone/>
            </a:pPr>
            <a:r>
              <a:t/>
            </a:r>
            <a:endParaRPr sz="2700"/>
          </a:p>
          <a:p>
            <a:pPr indent="0" lvl="0" marL="0" rtl="0" algn="l">
              <a:spcBef>
                <a:spcPts val="0"/>
              </a:spcBef>
              <a:spcAft>
                <a:spcPts val="0"/>
              </a:spcAft>
              <a:buClr>
                <a:schemeClr val="dk1"/>
              </a:buClr>
              <a:buSzPct val="40740"/>
              <a:buFont typeface="Arial"/>
              <a:buNone/>
            </a:pPr>
            <a:r>
              <a:t/>
            </a:r>
            <a:endParaRPr sz="2700"/>
          </a:p>
          <a:p>
            <a:pPr indent="0" lvl="0" marL="0" rtl="0" algn="l">
              <a:spcBef>
                <a:spcPts val="0"/>
              </a:spcBef>
              <a:spcAft>
                <a:spcPts val="0"/>
              </a:spcAft>
              <a:buClr>
                <a:schemeClr val="dk1"/>
              </a:buClr>
              <a:buSzPct val="40740"/>
              <a:buFont typeface="Arial"/>
              <a:buNone/>
            </a:pPr>
            <a:r>
              <a:t/>
            </a:r>
            <a:endParaRPr sz="2700"/>
          </a:p>
          <a:p>
            <a:pPr indent="0" lvl="0" marL="0" rtl="0" algn="l">
              <a:spcBef>
                <a:spcPts val="0"/>
              </a:spcBef>
              <a:spcAft>
                <a:spcPts val="0"/>
              </a:spcAft>
              <a:buClr>
                <a:schemeClr val="dk1"/>
              </a:buClr>
              <a:buSzPct val="40740"/>
              <a:buFont typeface="Arial"/>
              <a:buNone/>
            </a:pPr>
            <a:r>
              <a:t/>
            </a:r>
            <a:endParaRPr sz="2700"/>
          </a:p>
          <a:p>
            <a:pPr indent="0" lvl="0" marL="0" rtl="0" algn="l">
              <a:spcBef>
                <a:spcPts val="0"/>
              </a:spcBef>
              <a:spcAft>
                <a:spcPts val="0"/>
              </a:spcAft>
              <a:buClr>
                <a:schemeClr val="dk1"/>
              </a:buClr>
              <a:buSzPct val="40740"/>
              <a:buFont typeface="Arial"/>
              <a:buNone/>
            </a:pPr>
            <a:r>
              <a:t/>
            </a:r>
            <a:endParaRPr sz="2700"/>
          </a:p>
        </p:txBody>
      </p:sp>
      <p:sp>
        <p:nvSpPr>
          <p:cNvPr id="349" name="Google Shape;349;p45"/>
          <p:cNvSpPr txBox="1"/>
          <p:nvPr>
            <p:ph idx="1" type="body"/>
          </p:nvPr>
        </p:nvSpPr>
        <p:spPr>
          <a:xfrm>
            <a:off x="311700" y="1152475"/>
            <a:ext cx="8160000" cy="3387600"/>
          </a:xfrm>
          <a:prstGeom prst="rect">
            <a:avLst/>
          </a:prstGeom>
        </p:spPr>
        <p:txBody>
          <a:bodyPr anchorCtr="0" anchor="t" bIns="91425" lIns="91425" spcFirstLastPara="1" rIns="91425" wrap="square" tIns="91425">
            <a:normAutofit fontScale="62500" lnSpcReduction="20000"/>
          </a:bodyPr>
          <a:lstStyle/>
          <a:p>
            <a:pPr indent="0" lvl="0" marL="0" rtl="0" algn="l">
              <a:spcBef>
                <a:spcPts val="0"/>
              </a:spcBef>
              <a:spcAft>
                <a:spcPts val="0"/>
              </a:spcAft>
              <a:buClr>
                <a:schemeClr val="dk1"/>
              </a:buClr>
              <a:buSzPct val="45294"/>
              <a:buFont typeface="Arial"/>
              <a:buNone/>
            </a:pPr>
            <a:r>
              <a:rPr b="1" lang="es" sz="2428"/>
              <a:t>git push </a:t>
            </a:r>
            <a:r>
              <a:rPr lang="es" sz="2428"/>
              <a:t>es un comando de carga que permite subir los commits realizados en nuestro repositorio local a GitHub. Una vez allí, estos pueden ser descargados por el resto del equipo de trabajo.</a:t>
            </a:r>
            <a:endParaRPr sz="2428"/>
          </a:p>
          <a:p>
            <a:pPr indent="0" lvl="0" marL="0" rtl="0" algn="l">
              <a:spcBef>
                <a:spcPts val="0"/>
              </a:spcBef>
              <a:spcAft>
                <a:spcPts val="0"/>
              </a:spcAft>
              <a:buClr>
                <a:schemeClr val="dk1"/>
              </a:buClr>
              <a:buSzPct val="45294"/>
              <a:buFont typeface="Arial"/>
              <a:buNone/>
            </a:pPr>
            <a:r>
              <a:rPr lang="es" sz="2428"/>
              <a:t>Para crear una rama local en el repositorio de destino utilizamos: </a:t>
            </a:r>
            <a:endParaRPr sz="2428"/>
          </a:p>
          <a:p>
            <a:pPr indent="0" lvl="0" marL="0" rtl="0" algn="l">
              <a:spcBef>
                <a:spcPts val="0"/>
              </a:spcBef>
              <a:spcAft>
                <a:spcPts val="0"/>
              </a:spcAft>
              <a:buClr>
                <a:schemeClr val="dk1"/>
              </a:buClr>
              <a:buSzPct val="45294"/>
              <a:buFont typeface="Arial"/>
              <a:buNone/>
            </a:pPr>
            <a:r>
              <a:t/>
            </a:r>
            <a:endParaRPr sz="2428"/>
          </a:p>
          <a:p>
            <a:pPr indent="0" lvl="0" marL="0" rtl="0" algn="l">
              <a:spcBef>
                <a:spcPts val="0"/>
              </a:spcBef>
              <a:spcAft>
                <a:spcPts val="0"/>
              </a:spcAft>
              <a:buClr>
                <a:schemeClr val="dk1"/>
              </a:buClr>
              <a:buSzPct val="45643"/>
              <a:buFont typeface="Arial"/>
              <a:buNone/>
            </a:pPr>
            <a:r>
              <a:rPr b="1" lang="es" sz="2410">
                <a:latin typeface="Consolas"/>
                <a:ea typeface="Consolas"/>
                <a:cs typeface="Consolas"/>
                <a:sym typeface="Consolas"/>
              </a:rPr>
              <a:t>git push &lt;remote&gt; &lt;branch&gt;</a:t>
            </a:r>
            <a:endParaRPr b="1" sz="3388"/>
          </a:p>
          <a:p>
            <a:pPr indent="0" lvl="0" marL="0" rtl="0" algn="l">
              <a:spcBef>
                <a:spcPts val="0"/>
              </a:spcBef>
              <a:spcAft>
                <a:spcPts val="0"/>
              </a:spcAft>
              <a:buClr>
                <a:schemeClr val="dk1"/>
              </a:buClr>
              <a:buSzPct val="45294"/>
              <a:buFont typeface="Arial"/>
              <a:buNone/>
            </a:pPr>
            <a:r>
              <a:t/>
            </a:r>
            <a:endParaRPr sz="2428"/>
          </a:p>
          <a:p>
            <a:pPr indent="0" lvl="0" marL="0" rtl="0" algn="l">
              <a:spcBef>
                <a:spcPts val="0"/>
              </a:spcBef>
              <a:spcAft>
                <a:spcPts val="0"/>
              </a:spcAft>
              <a:buClr>
                <a:schemeClr val="dk1"/>
              </a:buClr>
              <a:buSzPct val="45294"/>
              <a:buFont typeface="Arial"/>
              <a:buNone/>
            </a:pPr>
            <a:r>
              <a:rPr lang="es" sz="2428"/>
              <a:t>Si queremos enviar todas las ramas locales a una rama remota especificada.</a:t>
            </a:r>
            <a:endParaRPr sz="2428"/>
          </a:p>
          <a:p>
            <a:pPr indent="0" lvl="0" marL="0" rtl="0" algn="l">
              <a:spcBef>
                <a:spcPts val="0"/>
              </a:spcBef>
              <a:spcAft>
                <a:spcPts val="0"/>
              </a:spcAft>
              <a:buClr>
                <a:schemeClr val="dk1"/>
              </a:buClr>
              <a:buSzPct val="45294"/>
              <a:buFont typeface="Arial"/>
              <a:buNone/>
            </a:pPr>
            <a:r>
              <a:t/>
            </a:r>
            <a:endParaRPr sz="2428"/>
          </a:p>
          <a:p>
            <a:pPr indent="0" lvl="0" marL="0" rtl="0" algn="l">
              <a:spcBef>
                <a:spcPts val="0"/>
              </a:spcBef>
              <a:spcAft>
                <a:spcPts val="0"/>
              </a:spcAft>
              <a:buClr>
                <a:schemeClr val="dk1"/>
              </a:buClr>
              <a:buSzPct val="45643"/>
              <a:buFont typeface="Arial"/>
              <a:buNone/>
            </a:pPr>
            <a:r>
              <a:rPr b="1" lang="es" sz="2410">
                <a:latin typeface="Consolas"/>
                <a:ea typeface="Consolas"/>
                <a:cs typeface="Consolas"/>
                <a:sym typeface="Consolas"/>
              </a:rPr>
              <a:t>git push &lt;remote&gt; --all</a:t>
            </a:r>
            <a:endParaRPr b="1" sz="2410">
              <a:latin typeface="Consolas"/>
              <a:ea typeface="Consolas"/>
              <a:cs typeface="Consolas"/>
              <a:sym typeface="Consolas"/>
            </a:endParaRPr>
          </a:p>
          <a:p>
            <a:pPr indent="0" lvl="0" marL="0" rtl="0" algn="l">
              <a:spcBef>
                <a:spcPts val="0"/>
              </a:spcBef>
              <a:spcAft>
                <a:spcPts val="0"/>
              </a:spcAft>
              <a:buClr>
                <a:schemeClr val="dk1"/>
              </a:buClr>
              <a:buSzPct val="45294"/>
              <a:buFont typeface="Arial"/>
              <a:buNone/>
            </a:pPr>
            <a:r>
              <a:t/>
            </a:r>
            <a:endParaRPr sz="2428"/>
          </a:p>
          <a:p>
            <a:pPr indent="0" lvl="0" marL="0" rtl="0" algn="l">
              <a:spcBef>
                <a:spcPts val="0"/>
              </a:spcBef>
              <a:spcAft>
                <a:spcPts val="0"/>
              </a:spcAft>
              <a:buClr>
                <a:schemeClr val="dk1"/>
              </a:buClr>
              <a:buSzPct val="45294"/>
              <a:buFont typeface="Arial"/>
              <a:buNone/>
            </a:pPr>
            <a:r>
              <a:rPr lang="es" sz="2428"/>
              <a:t>Una vez movidos los conjuntos de cambios se puede ejecutar un comando git merge en el destino para integrarlos. </a:t>
            </a:r>
            <a:r>
              <a:rPr lang="es" sz="2428" u="sng">
                <a:solidFill>
                  <a:schemeClr val="hlink"/>
                </a:solidFill>
                <a:hlinkClick r:id="rId3"/>
              </a:rPr>
              <a:t>+info</a:t>
            </a:r>
            <a:endParaRPr sz="2364"/>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46"/>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0740"/>
              <a:buFont typeface="Arial"/>
              <a:buNone/>
            </a:pPr>
            <a:r>
              <a:rPr lang="es" sz="2700"/>
              <a:t>GIT | Sincronizando con GitHub (push) </a:t>
            </a:r>
            <a:endParaRPr sz="2700"/>
          </a:p>
          <a:p>
            <a:pPr indent="0" lvl="0" marL="0" rtl="0" algn="l">
              <a:spcBef>
                <a:spcPts val="0"/>
              </a:spcBef>
              <a:spcAft>
                <a:spcPts val="0"/>
              </a:spcAft>
              <a:buClr>
                <a:schemeClr val="dk1"/>
              </a:buClr>
              <a:buSzPct val="40740"/>
              <a:buFont typeface="Arial"/>
              <a:buNone/>
            </a:pPr>
            <a:r>
              <a:t/>
            </a:r>
            <a:endParaRPr sz="2700"/>
          </a:p>
          <a:p>
            <a:pPr indent="0" lvl="0" marL="0" rtl="0" algn="l">
              <a:spcBef>
                <a:spcPts val="0"/>
              </a:spcBef>
              <a:spcAft>
                <a:spcPts val="0"/>
              </a:spcAft>
              <a:buClr>
                <a:schemeClr val="dk1"/>
              </a:buClr>
              <a:buSzPct val="40740"/>
              <a:buFont typeface="Arial"/>
              <a:buNone/>
            </a:pPr>
            <a:r>
              <a:t/>
            </a:r>
            <a:endParaRPr sz="2700"/>
          </a:p>
          <a:p>
            <a:pPr indent="0" lvl="0" marL="0" rtl="0" algn="l">
              <a:spcBef>
                <a:spcPts val="0"/>
              </a:spcBef>
              <a:spcAft>
                <a:spcPts val="0"/>
              </a:spcAft>
              <a:buClr>
                <a:schemeClr val="dk1"/>
              </a:buClr>
              <a:buSzPct val="40740"/>
              <a:buFont typeface="Arial"/>
              <a:buNone/>
            </a:pPr>
            <a:r>
              <a:t/>
            </a:r>
            <a:endParaRPr sz="2700"/>
          </a:p>
          <a:p>
            <a:pPr indent="0" lvl="0" marL="0" rtl="0" algn="l">
              <a:spcBef>
                <a:spcPts val="0"/>
              </a:spcBef>
              <a:spcAft>
                <a:spcPts val="0"/>
              </a:spcAft>
              <a:buClr>
                <a:schemeClr val="dk1"/>
              </a:buClr>
              <a:buSzPct val="40740"/>
              <a:buFont typeface="Arial"/>
              <a:buNone/>
            </a:pPr>
            <a:r>
              <a:t/>
            </a:r>
            <a:endParaRPr sz="2700"/>
          </a:p>
          <a:p>
            <a:pPr indent="0" lvl="0" marL="0" rtl="0" algn="l">
              <a:spcBef>
                <a:spcPts val="0"/>
              </a:spcBef>
              <a:spcAft>
                <a:spcPts val="0"/>
              </a:spcAft>
              <a:buClr>
                <a:schemeClr val="dk1"/>
              </a:buClr>
              <a:buSzPct val="40740"/>
              <a:buFont typeface="Arial"/>
              <a:buNone/>
            </a:pPr>
            <a:r>
              <a:t/>
            </a:r>
            <a:endParaRPr sz="2700"/>
          </a:p>
        </p:txBody>
      </p:sp>
      <p:sp>
        <p:nvSpPr>
          <p:cNvPr id="355" name="Google Shape;355;p46"/>
          <p:cNvSpPr txBox="1"/>
          <p:nvPr>
            <p:ph idx="1" type="body"/>
          </p:nvPr>
        </p:nvSpPr>
        <p:spPr>
          <a:xfrm>
            <a:off x="432025" y="1304875"/>
            <a:ext cx="8280000" cy="331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s" sz="1664"/>
              <a:t>En caso de querer sincronizar nuestro trabajo con el de otro usuario, en forma local, podemos clonar su repositorio:</a:t>
            </a:r>
            <a:endParaRPr sz="1664"/>
          </a:p>
          <a:p>
            <a:pPr indent="0" lvl="0" marL="0" rtl="0" algn="l">
              <a:spcBef>
                <a:spcPts val="1000"/>
              </a:spcBef>
              <a:spcAft>
                <a:spcPts val="0"/>
              </a:spcAft>
              <a:buClr>
                <a:schemeClr val="dk1"/>
              </a:buClr>
              <a:buSzPts val="1100"/>
              <a:buFont typeface="Arial"/>
              <a:buNone/>
            </a:pPr>
            <a:r>
              <a:rPr b="1" lang="es" sz="1610">
                <a:latin typeface="Consolas"/>
                <a:ea typeface="Consolas"/>
                <a:cs typeface="Consolas"/>
                <a:sym typeface="Consolas"/>
              </a:rPr>
              <a:t>git clone &lt;url </a:t>
            </a:r>
            <a:r>
              <a:rPr b="1" lang="es" sz="1610">
                <a:latin typeface="Consolas"/>
                <a:ea typeface="Consolas"/>
                <a:cs typeface="Consolas"/>
                <a:sym typeface="Consolas"/>
              </a:rPr>
              <a:t>repositorio externo</a:t>
            </a:r>
            <a:r>
              <a:rPr b="1" lang="es" sz="1610">
                <a:latin typeface="Consolas"/>
                <a:ea typeface="Consolas"/>
                <a:cs typeface="Consolas"/>
                <a:sym typeface="Consolas"/>
              </a:rPr>
              <a:t>&gt;</a:t>
            </a:r>
            <a:endParaRPr b="1" sz="864"/>
          </a:p>
          <a:p>
            <a:pPr indent="0" lvl="0" marL="0" rtl="0" algn="l">
              <a:spcBef>
                <a:spcPts val="1000"/>
              </a:spcBef>
              <a:spcAft>
                <a:spcPts val="0"/>
              </a:spcAft>
              <a:buClr>
                <a:schemeClr val="dk1"/>
              </a:buClr>
              <a:buSzPts val="1100"/>
              <a:buFont typeface="Arial"/>
              <a:buNone/>
            </a:pPr>
            <a:r>
              <a:rPr lang="es" sz="1664"/>
              <a:t>Hacer</a:t>
            </a:r>
            <a:r>
              <a:rPr lang="es" sz="1664"/>
              <a:t> los cambios necesarios, </a:t>
            </a:r>
            <a:r>
              <a:rPr i="1" lang="es" sz="1664"/>
              <a:t>commitearlos</a:t>
            </a:r>
            <a:r>
              <a:rPr lang="es" sz="1664"/>
              <a:t>, y luego, con </a:t>
            </a:r>
            <a:r>
              <a:rPr i="1" lang="es" sz="1664"/>
              <a:t>push</a:t>
            </a:r>
            <a:r>
              <a:rPr lang="es" sz="1664"/>
              <a:t>, enviarlos nuevamente al repositorio remoto. En este caso, en el </a:t>
            </a:r>
            <a:r>
              <a:rPr i="1" lang="es" sz="1664"/>
              <a:t>push</a:t>
            </a:r>
            <a:r>
              <a:rPr lang="es" sz="1664"/>
              <a:t> usaremos nuestro usuario y el token del </a:t>
            </a:r>
            <a:r>
              <a:rPr lang="es" sz="1664"/>
              <a:t>propietario</a:t>
            </a:r>
            <a:r>
              <a:rPr lang="es" sz="1664"/>
              <a:t> del repositorio.</a:t>
            </a:r>
            <a:endParaRPr sz="1664"/>
          </a:p>
        </p:txBody>
      </p:sp>
      <p:pic>
        <p:nvPicPr>
          <p:cNvPr id="356" name="Google Shape;356;p46"/>
          <p:cNvPicPr preferRelativeResize="0"/>
          <p:nvPr/>
        </p:nvPicPr>
        <p:blipFill>
          <a:blip r:embed="rId3">
            <a:alphaModFix/>
          </a:blip>
          <a:stretch>
            <a:fillRect/>
          </a:stretch>
        </p:blipFill>
        <p:spPr>
          <a:xfrm>
            <a:off x="1828875" y="3549800"/>
            <a:ext cx="5486249" cy="107307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47"/>
          <p:cNvSpPr txBox="1"/>
          <p:nvPr>
            <p:ph type="title"/>
          </p:nvPr>
        </p:nvSpPr>
        <p:spPr>
          <a:xfrm>
            <a:off x="311700" y="5973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0740"/>
              <a:buFont typeface="Arial"/>
              <a:buNone/>
            </a:pPr>
            <a:r>
              <a:rPr lang="es" sz="2700"/>
              <a:t>GIT | Sincronizando con GitHub (push) </a:t>
            </a:r>
            <a:endParaRPr sz="2700"/>
          </a:p>
          <a:p>
            <a:pPr indent="0" lvl="0" marL="0" rtl="0" algn="l">
              <a:spcBef>
                <a:spcPts val="0"/>
              </a:spcBef>
              <a:spcAft>
                <a:spcPts val="0"/>
              </a:spcAft>
              <a:buClr>
                <a:schemeClr val="dk1"/>
              </a:buClr>
              <a:buSzPct val="40740"/>
              <a:buFont typeface="Arial"/>
              <a:buNone/>
            </a:pPr>
            <a:r>
              <a:t/>
            </a:r>
            <a:endParaRPr sz="2700"/>
          </a:p>
          <a:p>
            <a:pPr indent="0" lvl="0" marL="0" rtl="0" algn="l">
              <a:spcBef>
                <a:spcPts val="0"/>
              </a:spcBef>
              <a:spcAft>
                <a:spcPts val="0"/>
              </a:spcAft>
              <a:buClr>
                <a:schemeClr val="dk1"/>
              </a:buClr>
              <a:buSzPct val="40740"/>
              <a:buFont typeface="Arial"/>
              <a:buNone/>
            </a:pPr>
            <a:r>
              <a:t/>
            </a:r>
            <a:endParaRPr sz="2700"/>
          </a:p>
          <a:p>
            <a:pPr indent="0" lvl="0" marL="0" rtl="0" algn="l">
              <a:spcBef>
                <a:spcPts val="0"/>
              </a:spcBef>
              <a:spcAft>
                <a:spcPts val="0"/>
              </a:spcAft>
              <a:buClr>
                <a:schemeClr val="dk1"/>
              </a:buClr>
              <a:buSzPct val="40740"/>
              <a:buFont typeface="Arial"/>
              <a:buNone/>
            </a:pPr>
            <a:r>
              <a:t/>
            </a:r>
            <a:endParaRPr sz="2700"/>
          </a:p>
          <a:p>
            <a:pPr indent="0" lvl="0" marL="0" rtl="0" algn="l">
              <a:spcBef>
                <a:spcPts val="0"/>
              </a:spcBef>
              <a:spcAft>
                <a:spcPts val="0"/>
              </a:spcAft>
              <a:buClr>
                <a:schemeClr val="dk1"/>
              </a:buClr>
              <a:buSzPct val="40740"/>
              <a:buFont typeface="Arial"/>
              <a:buNone/>
            </a:pPr>
            <a:r>
              <a:t/>
            </a:r>
            <a:endParaRPr sz="2700"/>
          </a:p>
          <a:p>
            <a:pPr indent="0" lvl="0" marL="0" rtl="0" algn="l">
              <a:spcBef>
                <a:spcPts val="0"/>
              </a:spcBef>
              <a:spcAft>
                <a:spcPts val="0"/>
              </a:spcAft>
              <a:buClr>
                <a:schemeClr val="dk1"/>
              </a:buClr>
              <a:buSzPct val="40740"/>
              <a:buFont typeface="Arial"/>
              <a:buNone/>
            </a:pPr>
            <a:r>
              <a:t/>
            </a:r>
            <a:endParaRPr sz="2700"/>
          </a:p>
        </p:txBody>
      </p:sp>
      <p:sp>
        <p:nvSpPr>
          <p:cNvPr id="362" name="Google Shape;362;p47"/>
          <p:cNvSpPr txBox="1"/>
          <p:nvPr>
            <p:ph idx="1" type="body"/>
          </p:nvPr>
        </p:nvSpPr>
        <p:spPr>
          <a:xfrm>
            <a:off x="311700" y="1152475"/>
            <a:ext cx="8160000" cy="3387600"/>
          </a:xfrm>
          <a:prstGeom prst="rect">
            <a:avLst/>
          </a:prstGeom>
        </p:spPr>
        <p:txBody>
          <a:bodyPr anchorCtr="0" anchor="t" bIns="91425" lIns="91425" spcFirstLastPara="1" rIns="91425" wrap="square" tIns="91425">
            <a:normAutofit/>
          </a:bodyPr>
          <a:lstStyle/>
          <a:p>
            <a:pPr indent="0" lvl="0" marL="0" rtl="0" algn="l">
              <a:spcBef>
                <a:spcPts val="0"/>
              </a:spcBef>
              <a:spcAft>
                <a:spcPts val="1000"/>
              </a:spcAft>
              <a:buClr>
                <a:schemeClr val="dk1"/>
              </a:buClr>
              <a:buSzPts val="1100"/>
              <a:buFont typeface="Arial"/>
              <a:buNone/>
            </a:pPr>
            <a:r>
              <a:rPr lang="es" sz="1664"/>
              <a:t>De esta forma vemos en GitHub los commits hechos hasta el momento, tanto del propietario del repositorio como del colaborador:</a:t>
            </a:r>
            <a:endParaRPr sz="1664"/>
          </a:p>
        </p:txBody>
      </p:sp>
      <p:pic>
        <p:nvPicPr>
          <p:cNvPr id="363" name="Google Shape;363;p47"/>
          <p:cNvPicPr preferRelativeResize="0"/>
          <p:nvPr/>
        </p:nvPicPr>
        <p:blipFill>
          <a:blip r:embed="rId3">
            <a:alphaModFix/>
          </a:blip>
          <a:stretch>
            <a:fillRect/>
          </a:stretch>
        </p:blipFill>
        <p:spPr>
          <a:xfrm>
            <a:off x="749188" y="1958648"/>
            <a:ext cx="7285025" cy="239915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48"/>
          <p:cNvSpPr txBox="1"/>
          <p:nvPr>
            <p:ph type="title"/>
          </p:nvPr>
        </p:nvSpPr>
        <p:spPr>
          <a:xfrm>
            <a:off x="311700" y="5973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0740"/>
              <a:buFont typeface="Arial"/>
              <a:buNone/>
            </a:pPr>
            <a:r>
              <a:rPr lang="es" sz="2700"/>
              <a:t>GI</a:t>
            </a:r>
            <a:r>
              <a:rPr lang="es" sz="2700"/>
              <a:t>T | Sincronizando con</a:t>
            </a:r>
            <a:r>
              <a:rPr lang="es" sz="2700"/>
              <a:t> GitHub (pull) </a:t>
            </a:r>
            <a:endParaRPr sz="2700"/>
          </a:p>
          <a:p>
            <a:pPr indent="0" lvl="0" marL="0" rtl="0" algn="l">
              <a:spcBef>
                <a:spcPts val="0"/>
              </a:spcBef>
              <a:spcAft>
                <a:spcPts val="0"/>
              </a:spcAft>
              <a:buClr>
                <a:schemeClr val="dk1"/>
              </a:buClr>
              <a:buSzPct val="40740"/>
              <a:buFont typeface="Arial"/>
              <a:buNone/>
            </a:pPr>
            <a:r>
              <a:t/>
            </a:r>
            <a:endParaRPr sz="2700"/>
          </a:p>
          <a:p>
            <a:pPr indent="0" lvl="0" marL="0" rtl="0" algn="l">
              <a:spcBef>
                <a:spcPts val="0"/>
              </a:spcBef>
              <a:spcAft>
                <a:spcPts val="0"/>
              </a:spcAft>
              <a:buClr>
                <a:schemeClr val="dk1"/>
              </a:buClr>
              <a:buSzPct val="40740"/>
              <a:buFont typeface="Arial"/>
              <a:buNone/>
            </a:pPr>
            <a:r>
              <a:t/>
            </a:r>
            <a:endParaRPr sz="2700"/>
          </a:p>
          <a:p>
            <a:pPr indent="0" lvl="0" marL="0" rtl="0" algn="l">
              <a:spcBef>
                <a:spcPts val="0"/>
              </a:spcBef>
              <a:spcAft>
                <a:spcPts val="0"/>
              </a:spcAft>
              <a:buClr>
                <a:schemeClr val="dk1"/>
              </a:buClr>
              <a:buSzPct val="40740"/>
              <a:buFont typeface="Arial"/>
              <a:buNone/>
            </a:pPr>
            <a:r>
              <a:t/>
            </a:r>
            <a:endParaRPr sz="2700"/>
          </a:p>
          <a:p>
            <a:pPr indent="0" lvl="0" marL="0" rtl="0" algn="l">
              <a:spcBef>
                <a:spcPts val="0"/>
              </a:spcBef>
              <a:spcAft>
                <a:spcPts val="0"/>
              </a:spcAft>
              <a:buClr>
                <a:schemeClr val="dk1"/>
              </a:buClr>
              <a:buSzPct val="40740"/>
              <a:buFont typeface="Arial"/>
              <a:buNone/>
            </a:pPr>
            <a:r>
              <a:t/>
            </a:r>
            <a:endParaRPr sz="2700"/>
          </a:p>
          <a:p>
            <a:pPr indent="0" lvl="0" marL="0" rtl="0" algn="l">
              <a:spcBef>
                <a:spcPts val="0"/>
              </a:spcBef>
              <a:spcAft>
                <a:spcPts val="0"/>
              </a:spcAft>
              <a:buClr>
                <a:schemeClr val="dk1"/>
              </a:buClr>
              <a:buSzPct val="40740"/>
              <a:buFont typeface="Arial"/>
              <a:buNone/>
            </a:pPr>
            <a:r>
              <a:t/>
            </a:r>
            <a:endParaRPr sz="2700"/>
          </a:p>
        </p:txBody>
      </p:sp>
      <p:sp>
        <p:nvSpPr>
          <p:cNvPr id="369" name="Google Shape;369;p48"/>
          <p:cNvSpPr txBox="1"/>
          <p:nvPr>
            <p:ph idx="1" type="body"/>
          </p:nvPr>
        </p:nvSpPr>
        <p:spPr>
          <a:xfrm>
            <a:off x="311700" y="1152475"/>
            <a:ext cx="8160000" cy="3387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s" sz="1664"/>
              <a:t>El comando </a:t>
            </a:r>
            <a:r>
              <a:rPr b="1" lang="es" sz="1664"/>
              <a:t>git pull </a:t>
            </a:r>
            <a:r>
              <a:rPr lang="es" sz="1664"/>
              <a:t>se emplea para extraer y descargar contenido desde un repositorio remoto y actualizar al instante el repositorio local para reflejar ese contenido. El comando git pull es, en realidad, una combinación de dos comandos, git fetch seguido de git merge. </a:t>
            </a:r>
            <a:endParaRPr sz="1664"/>
          </a:p>
          <a:p>
            <a:pPr indent="0" lvl="0" marL="0" rtl="0" algn="l">
              <a:spcBef>
                <a:spcPts val="1000"/>
              </a:spcBef>
              <a:spcAft>
                <a:spcPts val="0"/>
              </a:spcAft>
              <a:buClr>
                <a:schemeClr val="dk1"/>
              </a:buClr>
              <a:buSzPts val="1100"/>
              <a:buFont typeface="Arial"/>
              <a:buNone/>
            </a:pPr>
            <a:r>
              <a:rPr b="1" lang="es" sz="1600">
                <a:latin typeface="Consolas"/>
                <a:ea typeface="Consolas"/>
                <a:cs typeface="Consolas"/>
                <a:sym typeface="Consolas"/>
              </a:rPr>
              <a:t>git pull &lt;remote&gt; </a:t>
            </a:r>
            <a:r>
              <a:rPr lang="es" sz="1664"/>
              <a:t>Recupera la copia del origen remoto especificado de la rama actual y la fusiona de inmediato en la copia local.</a:t>
            </a:r>
            <a:endParaRPr sz="1664"/>
          </a:p>
          <a:p>
            <a:pPr indent="0" lvl="0" marL="0" rtl="0" algn="l">
              <a:spcBef>
                <a:spcPts val="1000"/>
              </a:spcBef>
              <a:spcAft>
                <a:spcPts val="1000"/>
              </a:spcAft>
              <a:buClr>
                <a:schemeClr val="dk1"/>
              </a:buClr>
              <a:buSzPts val="1100"/>
              <a:buFont typeface="Arial"/>
              <a:buNone/>
            </a:pPr>
            <a:r>
              <a:rPr b="1" lang="es" sz="1600">
                <a:latin typeface="Consolas"/>
                <a:ea typeface="Consolas"/>
                <a:cs typeface="Consolas"/>
                <a:sym typeface="Consolas"/>
              </a:rPr>
              <a:t>git pull --no-commit &lt;remote&gt; </a:t>
            </a:r>
            <a:r>
              <a:rPr lang="es" sz="1664"/>
              <a:t>Recupera la copia del origen remoto, pero no crea una nueva conformación de fusión.</a:t>
            </a:r>
            <a:endParaRPr sz="1664"/>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49"/>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0740"/>
              <a:buFont typeface="Arial"/>
              <a:buNone/>
            </a:pPr>
            <a:r>
              <a:rPr lang="es" sz="2700"/>
              <a:t>GIT | Conflictos</a:t>
            </a:r>
            <a:endParaRPr sz="2700"/>
          </a:p>
          <a:p>
            <a:pPr indent="0" lvl="0" marL="0" rtl="0" algn="l">
              <a:spcBef>
                <a:spcPts val="0"/>
              </a:spcBef>
              <a:spcAft>
                <a:spcPts val="0"/>
              </a:spcAft>
              <a:buClr>
                <a:schemeClr val="dk1"/>
              </a:buClr>
              <a:buSzPct val="40740"/>
              <a:buFont typeface="Arial"/>
              <a:buNone/>
            </a:pPr>
            <a:r>
              <a:t/>
            </a:r>
            <a:endParaRPr sz="2700"/>
          </a:p>
          <a:p>
            <a:pPr indent="0" lvl="0" marL="0" rtl="0" algn="l">
              <a:spcBef>
                <a:spcPts val="0"/>
              </a:spcBef>
              <a:spcAft>
                <a:spcPts val="0"/>
              </a:spcAft>
              <a:buClr>
                <a:schemeClr val="dk1"/>
              </a:buClr>
              <a:buSzPct val="40740"/>
              <a:buFont typeface="Arial"/>
              <a:buNone/>
            </a:pPr>
            <a:r>
              <a:t/>
            </a:r>
            <a:endParaRPr sz="2700"/>
          </a:p>
          <a:p>
            <a:pPr indent="0" lvl="0" marL="0" rtl="0" algn="l">
              <a:spcBef>
                <a:spcPts val="0"/>
              </a:spcBef>
              <a:spcAft>
                <a:spcPts val="0"/>
              </a:spcAft>
              <a:buClr>
                <a:schemeClr val="dk1"/>
              </a:buClr>
              <a:buSzPct val="40740"/>
              <a:buFont typeface="Arial"/>
              <a:buNone/>
            </a:pPr>
            <a:r>
              <a:t/>
            </a:r>
            <a:endParaRPr sz="2700"/>
          </a:p>
          <a:p>
            <a:pPr indent="0" lvl="0" marL="0" rtl="0" algn="l">
              <a:spcBef>
                <a:spcPts val="0"/>
              </a:spcBef>
              <a:spcAft>
                <a:spcPts val="0"/>
              </a:spcAft>
              <a:buClr>
                <a:schemeClr val="dk1"/>
              </a:buClr>
              <a:buSzPct val="40740"/>
              <a:buFont typeface="Arial"/>
              <a:buNone/>
            </a:pPr>
            <a:r>
              <a:t/>
            </a:r>
            <a:endParaRPr sz="2700"/>
          </a:p>
          <a:p>
            <a:pPr indent="0" lvl="0" marL="0" rtl="0" algn="l">
              <a:spcBef>
                <a:spcPts val="0"/>
              </a:spcBef>
              <a:spcAft>
                <a:spcPts val="0"/>
              </a:spcAft>
              <a:buClr>
                <a:schemeClr val="dk1"/>
              </a:buClr>
              <a:buSzPct val="40740"/>
              <a:buFont typeface="Arial"/>
              <a:buNone/>
            </a:pPr>
            <a:r>
              <a:t/>
            </a:r>
            <a:endParaRPr sz="2700"/>
          </a:p>
        </p:txBody>
      </p:sp>
      <p:sp>
        <p:nvSpPr>
          <p:cNvPr id="375" name="Google Shape;375;p49"/>
          <p:cNvSpPr txBox="1"/>
          <p:nvPr>
            <p:ph idx="1" type="body"/>
          </p:nvPr>
        </p:nvSpPr>
        <p:spPr>
          <a:xfrm>
            <a:off x="432025" y="1304875"/>
            <a:ext cx="8280000" cy="331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s" sz="1664"/>
              <a:t>El mecanismo provisto por git no está </a:t>
            </a:r>
            <a:r>
              <a:rPr lang="es" sz="1664"/>
              <a:t>exento</a:t>
            </a:r>
            <a:r>
              <a:rPr lang="es" sz="1664"/>
              <a:t> de posibles conflictos. </a:t>
            </a:r>
            <a:endParaRPr sz="1664"/>
          </a:p>
          <a:p>
            <a:pPr indent="0" lvl="0" marL="0" rtl="0" algn="l">
              <a:spcBef>
                <a:spcPts val="1000"/>
              </a:spcBef>
              <a:spcAft>
                <a:spcPts val="0"/>
              </a:spcAft>
              <a:buClr>
                <a:schemeClr val="dk1"/>
              </a:buClr>
              <a:buSzPts val="1100"/>
              <a:buFont typeface="Arial"/>
              <a:buNone/>
            </a:pPr>
            <a:r>
              <a:rPr lang="es" sz="1664"/>
              <a:t>Un </a:t>
            </a:r>
            <a:r>
              <a:rPr b="1" lang="es" sz="1664"/>
              <a:t>merge </a:t>
            </a:r>
            <a:r>
              <a:rPr lang="es" sz="1664"/>
              <a:t>se genera cuando dos o más commits contienen cambios sobre las mismas </a:t>
            </a:r>
            <a:r>
              <a:rPr lang="es" sz="1664"/>
              <a:t>líneas</a:t>
            </a:r>
            <a:r>
              <a:rPr lang="es" sz="1664"/>
              <a:t> de código de los mismos archivos. En ocasiones, git no puede resolver la situación automáticamente.</a:t>
            </a:r>
            <a:endParaRPr sz="1664"/>
          </a:p>
          <a:p>
            <a:pPr indent="0" lvl="0" marL="0" rtl="0" algn="l">
              <a:spcBef>
                <a:spcPts val="1000"/>
              </a:spcBef>
              <a:spcAft>
                <a:spcPts val="0"/>
              </a:spcAft>
              <a:buClr>
                <a:schemeClr val="dk1"/>
              </a:buClr>
              <a:buSzPts val="1100"/>
              <a:buFont typeface="Arial"/>
              <a:buNone/>
            </a:pPr>
            <a:r>
              <a:t/>
            </a:r>
            <a:endParaRPr sz="1664"/>
          </a:p>
          <a:p>
            <a:pPr indent="0" lvl="0" marL="0" rtl="0" algn="l">
              <a:spcBef>
                <a:spcPts val="1000"/>
              </a:spcBef>
              <a:spcAft>
                <a:spcPts val="1000"/>
              </a:spcAft>
              <a:buClr>
                <a:schemeClr val="dk1"/>
              </a:buClr>
              <a:buSzPts val="1100"/>
              <a:buFont typeface="Arial"/>
              <a:buNone/>
            </a:pPr>
            <a:r>
              <a:t/>
            </a:r>
            <a:endParaRPr sz="1664"/>
          </a:p>
        </p:txBody>
      </p:sp>
      <p:pic>
        <p:nvPicPr>
          <p:cNvPr id="376" name="Google Shape;376;p49"/>
          <p:cNvPicPr preferRelativeResize="0"/>
          <p:nvPr/>
        </p:nvPicPr>
        <p:blipFill rotWithShape="1">
          <a:blip r:embed="rId3">
            <a:alphaModFix/>
          </a:blip>
          <a:srcRect b="0" l="0" r="0" t="0"/>
          <a:stretch/>
        </p:blipFill>
        <p:spPr>
          <a:xfrm>
            <a:off x="1085450" y="2909875"/>
            <a:ext cx="6973101" cy="17130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50"/>
          <p:cNvSpPr txBox="1"/>
          <p:nvPr>
            <p:ph type="title"/>
          </p:nvPr>
        </p:nvSpPr>
        <p:spPr>
          <a:xfrm>
            <a:off x="311700" y="5973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0740"/>
              <a:buFont typeface="Arial"/>
              <a:buNone/>
            </a:pPr>
            <a:r>
              <a:rPr lang="es" sz="2700"/>
              <a:t>GIT | Conflictos</a:t>
            </a:r>
            <a:endParaRPr sz="2700"/>
          </a:p>
          <a:p>
            <a:pPr indent="0" lvl="0" marL="0" rtl="0" algn="l">
              <a:spcBef>
                <a:spcPts val="0"/>
              </a:spcBef>
              <a:spcAft>
                <a:spcPts val="0"/>
              </a:spcAft>
              <a:buClr>
                <a:schemeClr val="dk1"/>
              </a:buClr>
              <a:buSzPct val="40740"/>
              <a:buFont typeface="Arial"/>
              <a:buNone/>
            </a:pPr>
            <a:r>
              <a:t/>
            </a:r>
            <a:endParaRPr sz="2700"/>
          </a:p>
          <a:p>
            <a:pPr indent="0" lvl="0" marL="0" rtl="0" algn="l">
              <a:spcBef>
                <a:spcPts val="0"/>
              </a:spcBef>
              <a:spcAft>
                <a:spcPts val="0"/>
              </a:spcAft>
              <a:buClr>
                <a:schemeClr val="dk1"/>
              </a:buClr>
              <a:buSzPct val="40740"/>
              <a:buFont typeface="Arial"/>
              <a:buNone/>
            </a:pPr>
            <a:r>
              <a:t/>
            </a:r>
            <a:endParaRPr sz="2700"/>
          </a:p>
          <a:p>
            <a:pPr indent="0" lvl="0" marL="0" rtl="0" algn="l">
              <a:spcBef>
                <a:spcPts val="0"/>
              </a:spcBef>
              <a:spcAft>
                <a:spcPts val="0"/>
              </a:spcAft>
              <a:buClr>
                <a:schemeClr val="dk1"/>
              </a:buClr>
              <a:buSzPct val="40740"/>
              <a:buFont typeface="Arial"/>
              <a:buNone/>
            </a:pPr>
            <a:r>
              <a:t/>
            </a:r>
            <a:endParaRPr sz="2700"/>
          </a:p>
          <a:p>
            <a:pPr indent="0" lvl="0" marL="0" rtl="0" algn="l">
              <a:spcBef>
                <a:spcPts val="0"/>
              </a:spcBef>
              <a:spcAft>
                <a:spcPts val="0"/>
              </a:spcAft>
              <a:buClr>
                <a:schemeClr val="dk1"/>
              </a:buClr>
              <a:buSzPct val="40740"/>
              <a:buFont typeface="Arial"/>
              <a:buNone/>
            </a:pPr>
            <a:r>
              <a:t/>
            </a:r>
            <a:endParaRPr sz="2700"/>
          </a:p>
          <a:p>
            <a:pPr indent="0" lvl="0" marL="0" rtl="0" algn="l">
              <a:spcBef>
                <a:spcPts val="0"/>
              </a:spcBef>
              <a:spcAft>
                <a:spcPts val="0"/>
              </a:spcAft>
              <a:buClr>
                <a:schemeClr val="dk1"/>
              </a:buClr>
              <a:buSzPct val="40740"/>
              <a:buFont typeface="Arial"/>
              <a:buNone/>
            </a:pPr>
            <a:r>
              <a:t/>
            </a:r>
            <a:endParaRPr sz="2700"/>
          </a:p>
        </p:txBody>
      </p:sp>
      <p:sp>
        <p:nvSpPr>
          <p:cNvPr id="382" name="Google Shape;382;p50"/>
          <p:cNvSpPr txBox="1"/>
          <p:nvPr>
            <p:ph idx="1" type="body"/>
          </p:nvPr>
        </p:nvSpPr>
        <p:spPr>
          <a:xfrm>
            <a:off x="311700" y="1152475"/>
            <a:ext cx="8160000" cy="3387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s" sz="1664"/>
              <a:t>En el ejemplo de la diapositiva anterior, en otra rama el color de fondo se </a:t>
            </a:r>
            <a:r>
              <a:rPr lang="es" sz="1664"/>
              <a:t>había</a:t>
            </a:r>
            <a:r>
              <a:rPr lang="es" sz="1664"/>
              <a:t> fijado en “green”. Al realizar el pull request aparece el conflicto, y se nos pide que lo solucionemos manualmente:</a:t>
            </a:r>
            <a:endParaRPr sz="1664"/>
          </a:p>
          <a:p>
            <a:pPr indent="0" lvl="0" marL="0" rtl="0" algn="l">
              <a:spcBef>
                <a:spcPts val="1000"/>
              </a:spcBef>
              <a:spcAft>
                <a:spcPts val="0"/>
              </a:spcAft>
              <a:buClr>
                <a:schemeClr val="dk1"/>
              </a:buClr>
              <a:buSzPts val="1100"/>
              <a:buFont typeface="Arial"/>
              <a:buNone/>
            </a:pPr>
            <a:r>
              <a:t/>
            </a:r>
            <a:endParaRPr sz="1664"/>
          </a:p>
          <a:p>
            <a:pPr indent="0" lvl="0" marL="0" rtl="0" algn="l">
              <a:spcBef>
                <a:spcPts val="1000"/>
              </a:spcBef>
              <a:spcAft>
                <a:spcPts val="0"/>
              </a:spcAft>
              <a:buClr>
                <a:schemeClr val="dk1"/>
              </a:buClr>
              <a:buSzPts val="1100"/>
              <a:buFont typeface="Arial"/>
              <a:buNone/>
            </a:pPr>
            <a:r>
              <a:t/>
            </a:r>
            <a:endParaRPr sz="1664"/>
          </a:p>
          <a:p>
            <a:pPr indent="0" lvl="0" marL="0" rtl="0" algn="l">
              <a:spcBef>
                <a:spcPts val="1000"/>
              </a:spcBef>
              <a:spcAft>
                <a:spcPts val="1000"/>
              </a:spcAft>
              <a:buClr>
                <a:schemeClr val="dk1"/>
              </a:buClr>
              <a:buSzPts val="1100"/>
              <a:buFont typeface="Arial"/>
              <a:buNone/>
            </a:pPr>
            <a:r>
              <a:t/>
            </a:r>
            <a:endParaRPr sz="1664"/>
          </a:p>
        </p:txBody>
      </p:sp>
      <p:pic>
        <p:nvPicPr>
          <p:cNvPr id="383" name="Google Shape;383;p50"/>
          <p:cNvPicPr preferRelativeResize="0"/>
          <p:nvPr/>
        </p:nvPicPr>
        <p:blipFill rotWithShape="1">
          <a:blip r:embed="rId3">
            <a:alphaModFix/>
          </a:blip>
          <a:srcRect b="0" l="0" r="37492" t="0"/>
          <a:stretch/>
        </p:blipFill>
        <p:spPr>
          <a:xfrm>
            <a:off x="2703227" y="2169550"/>
            <a:ext cx="3737549" cy="224075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51"/>
          <p:cNvSpPr txBox="1"/>
          <p:nvPr>
            <p:ph type="title"/>
          </p:nvPr>
        </p:nvSpPr>
        <p:spPr>
          <a:xfrm>
            <a:off x="311700" y="5973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0740"/>
              <a:buFont typeface="Arial"/>
              <a:buNone/>
            </a:pPr>
            <a:r>
              <a:rPr lang="es" sz="2700"/>
              <a:t>GIT | Conflictos</a:t>
            </a:r>
            <a:endParaRPr sz="2700"/>
          </a:p>
          <a:p>
            <a:pPr indent="0" lvl="0" marL="0" rtl="0" algn="l">
              <a:spcBef>
                <a:spcPts val="0"/>
              </a:spcBef>
              <a:spcAft>
                <a:spcPts val="0"/>
              </a:spcAft>
              <a:buClr>
                <a:schemeClr val="dk1"/>
              </a:buClr>
              <a:buSzPct val="40740"/>
              <a:buFont typeface="Arial"/>
              <a:buNone/>
            </a:pPr>
            <a:r>
              <a:t/>
            </a:r>
            <a:endParaRPr sz="2700"/>
          </a:p>
          <a:p>
            <a:pPr indent="0" lvl="0" marL="0" rtl="0" algn="l">
              <a:spcBef>
                <a:spcPts val="0"/>
              </a:spcBef>
              <a:spcAft>
                <a:spcPts val="0"/>
              </a:spcAft>
              <a:buClr>
                <a:schemeClr val="dk1"/>
              </a:buClr>
              <a:buSzPct val="40740"/>
              <a:buFont typeface="Arial"/>
              <a:buNone/>
            </a:pPr>
            <a:r>
              <a:t/>
            </a:r>
            <a:endParaRPr sz="2700"/>
          </a:p>
          <a:p>
            <a:pPr indent="0" lvl="0" marL="0" rtl="0" algn="l">
              <a:spcBef>
                <a:spcPts val="0"/>
              </a:spcBef>
              <a:spcAft>
                <a:spcPts val="0"/>
              </a:spcAft>
              <a:buClr>
                <a:schemeClr val="dk1"/>
              </a:buClr>
              <a:buSzPct val="40740"/>
              <a:buFont typeface="Arial"/>
              <a:buNone/>
            </a:pPr>
            <a:r>
              <a:t/>
            </a:r>
            <a:endParaRPr sz="2700"/>
          </a:p>
          <a:p>
            <a:pPr indent="0" lvl="0" marL="0" rtl="0" algn="l">
              <a:spcBef>
                <a:spcPts val="0"/>
              </a:spcBef>
              <a:spcAft>
                <a:spcPts val="0"/>
              </a:spcAft>
              <a:buClr>
                <a:schemeClr val="dk1"/>
              </a:buClr>
              <a:buSzPct val="40740"/>
              <a:buFont typeface="Arial"/>
              <a:buNone/>
            </a:pPr>
            <a:r>
              <a:t/>
            </a:r>
            <a:endParaRPr sz="2700"/>
          </a:p>
          <a:p>
            <a:pPr indent="0" lvl="0" marL="0" rtl="0" algn="l">
              <a:spcBef>
                <a:spcPts val="0"/>
              </a:spcBef>
              <a:spcAft>
                <a:spcPts val="0"/>
              </a:spcAft>
              <a:buClr>
                <a:schemeClr val="dk1"/>
              </a:buClr>
              <a:buSzPct val="40740"/>
              <a:buFont typeface="Arial"/>
              <a:buNone/>
            </a:pPr>
            <a:r>
              <a:t/>
            </a:r>
            <a:endParaRPr sz="2700"/>
          </a:p>
        </p:txBody>
      </p:sp>
      <p:sp>
        <p:nvSpPr>
          <p:cNvPr id="389" name="Google Shape;389;p51"/>
          <p:cNvSpPr txBox="1"/>
          <p:nvPr>
            <p:ph idx="1" type="body"/>
          </p:nvPr>
        </p:nvSpPr>
        <p:spPr>
          <a:xfrm>
            <a:off x="311700" y="1152475"/>
            <a:ext cx="8160000" cy="3387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s" sz="1664"/>
              <a:t>Lo resolvemos eliminando la(s) </a:t>
            </a:r>
            <a:r>
              <a:rPr lang="es" sz="1664"/>
              <a:t>línea</a:t>
            </a:r>
            <a:r>
              <a:rPr lang="es" sz="1664"/>
              <a:t>(s) que no sean pertinentes y lo marcamos como “</a:t>
            </a:r>
            <a:r>
              <a:rPr i="1" lang="es" sz="1664"/>
              <a:t>resolved</a:t>
            </a:r>
            <a:r>
              <a:rPr lang="es" sz="1664"/>
              <a:t>”. Hacemos el commit merge, y el archivo finalmente quedará con los cambios elegidos:</a:t>
            </a:r>
            <a:endParaRPr sz="1664"/>
          </a:p>
          <a:p>
            <a:pPr indent="0" lvl="0" marL="0" rtl="0" algn="l">
              <a:spcBef>
                <a:spcPts val="1000"/>
              </a:spcBef>
              <a:spcAft>
                <a:spcPts val="0"/>
              </a:spcAft>
              <a:buClr>
                <a:schemeClr val="dk1"/>
              </a:buClr>
              <a:buSzPts val="1100"/>
              <a:buFont typeface="Arial"/>
              <a:buNone/>
            </a:pPr>
            <a:r>
              <a:t/>
            </a:r>
            <a:endParaRPr sz="1664"/>
          </a:p>
          <a:p>
            <a:pPr indent="0" lvl="0" marL="0" rtl="0" algn="l">
              <a:spcBef>
                <a:spcPts val="1000"/>
              </a:spcBef>
              <a:spcAft>
                <a:spcPts val="0"/>
              </a:spcAft>
              <a:buClr>
                <a:schemeClr val="dk1"/>
              </a:buClr>
              <a:buSzPts val="1100"/>
              <a:buFont typeface="Arial"/>
              <a:buNone/>
            </a:pPr>
            <a:r>
              <a:t/>
            </a:r>
            <a:endParaRPr sz="1664"/>
          </a:p>
          <a:p>
            <a:pPr indent="0" lvl="0" marL="0" rtl="0" algn="l">
              <a:spcBef>
                <a:spcPts val="1000"/>
              </a:spcBef>
              <a:spcAft>
                <a:spcPts val="1000"/>
              </a:spcAft>
              <a:buClr>
                <a:schemeClr val="dk1"/>
              </a:buClr>
              <a:buSzPts val="1100"/>
              <a:buFont typeface="Arial"/>
              <a:buNone/>
            </a:pPr>
            <a:r>
              <a:t/>
            </a:r>
            <a:endParaRPr sz="1664"/>
          </a:p>
        </p:txBody>
      </p:sp>
      <p:pic>
        <p:nvPicPr>
          <p:cNvPr id="390" name="Google Shape;390;p51"/>
          <p:cNvPicPr preferRelativeResize="0"/>
          <p:nvPr/>
        </p:nvPicPr>
        <p:blipFill rotWithShape="1">
          <a:blip r:embed="rId3">
            <a:alphaModFix/>
          </a:blip>
          <a:srcRect b="0" l="0" r="0" t="0"/>
          <a:stretch/>
        </p:blipFill>
        <p:spPr>
          <a:xfrm>
            <a:off x="2334562" y="2333200"/>
            <a:ext cx="4114275" cy="17038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52"/>
          <p:cNvSpPr txBox="1"/>
          <p:nvPr>
            <p:ph type="ctrTitle"/>
          </p:nvPr>
        </p:nvSpPr>
        <p:spPr>
          <a:xfrm>
            <a:off x="311700" y="1226800"/>
            <a:ext cx="8520600" cy="15705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Clr>
                <a:schemeClr val="dk1"/>
              </a:buClr>
              <a:buSzPts val="1100"/>
              <a:buFont typeface="Arial"/>
              <a:buNone/>
            </a:pPr>
            <a:r>
              <a:rPr lang="es"/>
              <a:t>Material extra</a:t>
            </a:r>
            <a:endParaRPr/>
          </a:p>
        </p:txBody>
      </p:sp>
      <p:sp>
        <p:nvSpPr>
          <p:cNvPr id="396" name="Google Shape;396;p5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53"/>
          <p:cNvSpPr txBox="1"/>
          <p:nvPr/>
        </p:nvSpPr>
        <p:spPr>
          <a:xfrm>
            <a:off x="311700" y="597425"/>
            <a:ext cx="85032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s" sz="2700">
                <a:latin typeface="Montserrat Medium"/>
                <a:ea typeface="Montserrat Medium"/>
                <a:cs typeface="Montserrat Medium"/>
                <a:sym typeface="Montserrat Medium"/>
              </a:rPr>
              <a:t>Comandos básicos de Git</a:t>
            </a:r>
            <a:endParaRPr sz="2700">
              <a:solidFill>
                <a:srgbClr val="000000"/>
              </a:solidFill>
              <a:latin typeface="Montserrat Medium"/>
              <a:ea typeface="Montserrat Medium"/>
              <a:cs typeface="Montserrat Medium"/>
              <a:sym typeface="Montserrat Medium"/>
            </a:endParaRPr>
          </a:p>
        </p:txBody>
      </p:sp>
      <p:sp>
        <p:nvSpPr>
          <p:cNvPr id="402" name="Google Shape;402;p53"/>
          <p:cNvSpPr txBox="1"/>
          <p:nvPr/>
        </p:nvSpPr>
        <p:spPr>
          <a:xfrm>
            <a:off x="432000" y="1304863"/>
            <a:ext cx="8280000" cy="3318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t/>
            </a:r>
            <a:endParaRPr sz="1333">
              <a:solidFill>
                <a:srgbClr val="595959"/>
              </a:solidFill>
              <a:latin typeface="Montserrat"/>
              <a:ea typeface="Montserrat"/>
              <a:cs typeface="Montserrat"/>
              <a:sym typeface="Montserrat"/>
            </a:endParaRPr>
          </a:p>
        </p:txBody>
      </p:sp>
      <p:pic>
        <p:nvPicPr>
          <p:cNvPr id="403" name="Google Shape;403;p53"/>
          <p:cNvPicPr preferRelativeResize="0"/>
          <p:nvPr/>
        </p:nvPicPr>
        <p:blipFill>
          <a:blip r:embed="rId3">
            <a:alphaModFix/>
          </a:blip>
          <a:stretch>
            <a:fillRect/>
          </a:stretch>
        </p:blipFill>
        <p:spPr>
          <a:xfrm>
            <a:off x="1339650" y="1304875"/>
            <a:ext cx="3317975" cy="3317975"/>
          </a:xfrm>
          <a:prstGeom prst="rect">
            <a:avLst/>
          </a:prstGeom>
          <a:noFill/>
          <a:ln>
            <a:noFill/>
          </a:ln>
        </p:spPr>
      </p:pic>
      <p:pic>
        <p:nvPicPr>
          <p:cNvPr id="404" name="Google Shape;404;p53"/>
          <p:cNvPicPr preferRelativeResize="0"/>
          <p:nvPr/>
        </p:nvPicPr>
        <p:blipFill>
          <a:blip r:embed="rId4">
            <a:alphaModFix/>
          </a:blip>
          <a:stretch>
            <a:fillRect/>
          </a:stretch>
        </p:blipFill>
        <p:spPr>
          <a:xfrm>
            <a:off x="5469821" y="1304900"/>
            <a:ext cx="2346964" cy="3317975"/>
          </a:xfrm>
          <a:prstGeom prst="rect">
            <a:avLst/>
          </a:prstGeom>
          <a:noFill/>
          <a:ln>
            <a:noFill/>
          </a:ln>
        </p:spPr>
      </p:pic>
      <p:sp>
        <p:nvSpPr>
          <p:cNvPr id="405" name="Google Shape;405;p53"/>
          <p:cNvSpPr txBox="1"/>
          <p:nvPr/>
        </p:nvSpPr>
        <p:spPr>
          <a:xfrm>
            <a:off x="3471900" y="4314175"/>
            <a:ext cx="1338000" cy="354000"/>
          </a:xfrm>
          <a:prstGeom prst="rect">
            <a:avLst/>
          </a:prstGeom>
          <a:solidFill>
            <a:srgbClr val="F8C823"/>
          </a:solidFill>
          <a:ln cap="flat" cmpd="sng" w="38100">
            <a:solidFill>
              <a:schemeClr val="lt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s" sz="1100" u="sng">
                <a:solidFill>
                  <a:schemeClr val="dk1"/>
                </a:solidFill>
                <a:latin typeface="Montserrat"/>
                <a:ea typeface="Montserrat"/>
                <a:cs typeface="Montserrat"/>
                <a:sym typeface="Montserrat"/>
                <a:hlinkClick r:id="rId5">
                  <a:extLst>
                    <a:ext uri="{A12FA001-AC4F-418D-AE19-62706E023703}">
                      <ahyp:hlinkClr val="tx"/>
                    </a:ext>
                  </a:extLst>
                </a:hlinkClick>
              </a:rPr>
              <a:t>Ver más grande</a:t>
            </a:r>
            <a:endParaRPr sz="1100">
              <a:solidFill>
                <a:schemeClr val="dk1"/>
              </a:solidFill>
              <a:latin typeface="Montserrat"/>
              <a:ea typeface="Montserrat"/>
              <a:cs typeface="Montserrat"/>
              <a:sym typeface="Montserrat"/>
            </a:endParaRPr>
          </a:p>
        </p:txBody>
      </p:sp>
      <p:sp>
        <p:nvSpPr>
          <p:cNvPr id="406" name="Google Shape;406;p53"/>
          <p:cNvSpPr txBox="1"/>
          <p:nvPr/>
        </p:nvSpPr>
        <p:spPr>
          <a:xfrm>
            <a:off x="6631175" y="4314175"/>
            <a:ext cx="1338000" cy="354000"/>
          </a:xfrm>
          <a:prstGeom prst="rect">
            <a:avLst/>
          </a:prstGeom>
          <a:solidFill>
            <a:srgbClr val="F8C823"/>
          </a:solidFill>
          <a:ln cap="flat" cmpd="sng" w="38100">
            <a:solidFill>
              <a:schemeClr val="lt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s" sz="1100" u="sng">
                <a:solidFill>
                  <a:schemeClr val="dk1"/>
                </a:solidFill>
                <a:latin typeface="Montserrat"/>
                <a:ea typeface="Montserrat"/>
                <a:cs typeface="Montserrat"/>
                <a:sym typeface="Montserrat"/>
                <a:hlinkClick r:id="rId6">
                  <a:extLst>
                    <a:ext uri="{A12FA001-AC4F-418D-AE19-62706E023703}">
                      <ahyp:hlinkClr val="tx"/>
                    </a:ext>
                  </a:extLst>
                </a:hlinkClick>
              </a:rPr>
              <a:t>Ver más grande</a:t>
            </a:r>
            <a:endParaRPr sz="1100">
              <a:solidFill>
                <a:schemeClr val="dk1"/>
              </a:solidFill>
              <a:latin typeface="Montserrat"/>
              <a:ea typeface="Montserrat"/>
              <a:cs typeface="Montserrat"/>
              <a:sym typeface="Montserrat"/>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54"/>
          <p:cNvSpPr txBox="1"/>
          <p:nvPr/>
        </p:nvSpPr>
        <p:spPr>
          <a:xfrm>
            <a:off x="311700" y="597425"/>
            <a:ext cx="85032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s" sz="2700">
                <a:solidFill>
                  <a:srgbClr val="000000"/>
                </a:solidFill>
                <a:latin typeface="Montserrat Medium"/>
                <a:ea typeface="Montserrat Medium"/>
                <a:cs typeface="Montserrat Medium"/>
                <a:sym typeface="Montserrat Medium"/>
              </a:rPr>
              <a:t>Artículos de interés</a:t>
            </a:r>
            <a:endParaRPr sz="2700">
              <a:solidFill>
                <a:srgbClr val="000000"/>
              </a:solidFill>
              <a:latin typeface="Montserrat Medium"/>
              <a:ea typeface="Montserrat Medium"/>
              <a:cs typeface="Montserrat Medium"/>
              <a:sym typeface="Montserrat Medium"/>
            </a:endParaRPr>
          </a:p>
        </p:txBody>
      </p:sp>
      <p:sp>
        <p:nvSpPr>
          <p:cNvPr id="412" name="Google Shape;412;p54"/>
          <p:cNvSpPr txBox="1"/>
          <p:nvPr/>
        </p:nvSpPr>
        <p:spPr>
          <a:xfrm>
            <a:off x="432025" y="1304875"/>
            <a:ext cx="8280000" cy="3318000"/>
          </a:xfrm>
          <a:prstGeom prst="rect">
            <a:avLst/>
          </a:prstGeom>
          <a:noFill/>
          <a:ln>
            <a:noFill/>
          </a:ln>
        </p:spPr>
        <p:txBody>
          <a:bodyPr anchorCtr="0" anchor="t" bIns="91425" lIns="91425" spcFirstLastPara="1" rIns="91425" wrap="square" tIns="91425">
            <a:normAutofit fontScale="92500" lnSpcReduction="20000"/>
          </a:bodyPr>
          <a:lstStyle/>
          <a:p>
            <a:pPr indent="0" lvl="0" marL="0" rtl="0" algn="l">
              <a:lnSpc>
                <a:spcPct val="115000"/>
              </a:lnSpc>
              <a:spcBef>
                <a:spcPts val="0"/>
              </a:spcBef>
              <a:spcAft>
                <a:spcPts val="0"/>
              </a:spcAft>
              <a:buNone/>
            </a:pPr>
            <a:r>
              <a:rPr b="1" lang="es" sz="1333">
                <a:solidFill>
                  <a:srgbClr val="595959"/>
                </a:solidFill>
                <a:latin typeface="Montserrat"/>
                <a:ea typeface="Montserrat"/>
                <a:cs typeface="Montserrat"/>
                <a:sym typeface="Montserrat"/>
              </a:rPr>
              <a:t>Guía rápida sobre GitHub:</a:t>
            </a:r>
            <a:r>
              <a:rPr lang="es" sz="1333">
                <a:solidFill>
                  <a:srgbClr val="595959"/>
                </a:solidFill>
                <a:latin typeface="Montserrat"/>
                <a:ea typeface="Montserrat"/>
                <a:cs typeface="Montserrat"/>
                <a:sym typeface="Montserrat"/>
              </a:rPr>
              <a:t> </a:t>
            </a:r>
            <a:r>
              <a:rPr lang="es" sz="1300" u="sng">
                <a:solidFill>
                  <a:schemeClr val="accent5"/>
                </a:solidFill>
                <a:latin typeface="Montserrat"/>
                <a:ea typeface="Montserrat"/>
                <a:cs typeface="Montserrat"/>
                <a:sym typeface="Montserrat"/>
                <a:hlinkClick r:id="rId3">
                  <a:extLst>
                    <a:ext uri="{A12FA001-AC4F-418D-AE19-62706E023703}">
                      <ahyp:hlinkClr val="tx"/>
                    </a:ext>
                  </a:extLst>
                </a:hlinkClick>
              </a:rPr>
              <a:t>https://docs.github.com/en/get-started/quickstart/set-up-git</a:t>
            </a:r>
            <a:endParaRPr sz="1333">
              <a:solidFill>
                <a:srgbClr val="595959"/>
              </a:solidFill>
              <a:latin typeface="Montserrat"/>
              <a:ea typeface="Montserrat"/>
              <a:cs typeface="Montserrat"/>
              <a:sym typeface="Montserrat"/>
            </a:endParaRPr>
          </a:p>
          <a:p>
            <a:pPr indent="0" lvl="0" marL="0" rtl="0" algn="l">
              <a:lnSpc>
                <a:spcPct val="115000"/>
              </a:lnSpc>
              <a:spcBef>
                <a:spcPts val="1200"/>
              </a:spcBef>
              <a:spcAft>
                <a:spcPts val="0"/>
              </a:spcAft>
              <a:buNone/>
            </a:pPr>
            <a:r>
              <a:rPr b="1" lang="es" sz="1333">
                <a:solidFill>
                  <a:srgbClr val="595959"/>
                </a:solidFill>
                <a:latin typeface="Montserrat"/>
                <a:ea typeface="Montserrat"/>
                <a:cs typeface="Montserrat"/>
                <a:sym typeface="Montserrat"/>
              </a:rPr>
              <a:t>GIT y GitHub | Tutoriales:</a:t>
            </a:r>
            <a:r>
              <a:rPr lang="es" sz="1333">
                <a:solidFill>
                  <a:srgbClr val="595959"/>
                </a:solidFill>
                <a:latin typeface="Montserrat"/>
                <a:ea typeface="Montserrat"/>
                <a:cs typeface="Montserrat"/>
                <a:sym typeface="Montserrat"/>
              </a:rPr>
              <a:t> </a:t>
            </a:r>
            <a:r>
              <a:rPr lang="es" sz="1333" u="sng">
                <a:solidFill>
                  <a:schemeClr val="hlink"/>
                </a:solidFill>
                <a:latin typeface="Montserrat"/>
                <a:ea typeface="Montserrat"/>
                <a:cs typeface="Montserrat"/>
                <a:sym typeface="Montserrat"/>
                <a:hlinkClick r:id="rId4"/>
              </a:rPr>
              <a:t>Fundamentos de GIT</a:t>
            </a:r>
            <a:r>
              <a:rPr lang="es" sz="1333">
                <a:solidFill>
                  <a:srgbClr val="595959"/>
                </a:solidFill>
                <a:latin typeface="Montserrat"/>
                <a:ea typeface="Montserrat"/>
                <a:cs typeface="Montserrat"/>
                <a:sym typeface="Montserrat"/>
              </a:rPr>
              <a:t> </a:t>
            </a:r>
            <a:r>
              <a:rPr lang="es" sz="1333" u="sng">
                <a:solidFill>
                  <a:schemeClr val="hlink"/>
                </a:solidFill>
                <a:latin typeface="Montserrat"/>
                <a:ea typeface="Montserrat"/>
                <a:cs typeface="Montserrat"/>
                <a:sym typeface="Montserrat"/>
                <a:hlinkClick r:id="rId5"/>
              </a:rPr>
              <a:t>GitHub</a:t>
            </a:r>
            <a:r>
              <a:rPr lang="es" sz="1333">
                <a:solidFill>
                  <a:srgbClr val="595959"/>
                </a:solidFill>
                <a:latin typeface="Montserrat"/>
                <a:ea typeface="Montserrat"/>
                <a:cs typeface="Montserrat"/>
                <a:sym typeface="Montserrat"/>
              </a:rPr>
              <a:t> </a:t>
            </a:r>
            <a:r>
              <a:rPr lang="es" sz="1333" u="sng">
                <a:solidFill>
                  <a:schemeClr val="hlink"/>
                </a:solidFill>
                <a:latin typeface="Montserrat"/>
                <a:ea typeface="Montserrat"/>
                <a:cs typeface="Montserrat"/>
                <a:sym typeface="Montserrat"/>
                <a:hlinkClick r:id="rId6"/>
              </a:rPr>
              <a:t>Comandos explicados</a:t>
            </a:r>
            <a:endParaRPr sz="1333">
              <a:solidFill>
                <a:srgbClr val="595959"/>
              </a:solidFill>
              <a:latin typeface="Montserrat"/>
              <a:ea typeface="Montserrat"/>
              <a:cs typeface="Montserrat"/>
              <a:sym typeface="Montserrat"/>
            </a:endParaRPr>
          </a:p>
          <a:p>
            <a:pPr indent="0" lvl="0" marL="0" rtl="0" algn="l">
              <a:lnSpc>
                <a:spcPct val="115000"/>
              </a:lnSpc>
              <a:spcBef>
                <a:spcPts val="1200"/>
              </a:spcBef>
              <a:spcAft>
                <a:spcPts val="0"/>
              </a:spcAft>
              <a:buNone/>
            </a:pPr>
            <a:r>
              <a:rPr b="1" lang="es" sz="1333">
                <a:solidFill>
                  <a:srgbClr val="595959"/>
                </a:solidFill>
                <a:latin typeface="Montserrat"/>
                <a:ea typeface="Montserrat"/>
                <a:cs typeface="Montserrat"/>
                <a:sym typeface="Montserrat"/>
              </a:rPr>
              <a:t>Videos del Profesor Alejandro Zapata (Coordinador y Docente de Codo a Codo): </a:t>
            </a:r>
            <a:r>
              <a:rPr lang="es" sz="1333" u="sng">
                <a:solidFill>
                  <a:schemeClr val="hlink"/>
                </a:solidFill>
                <a:latin typeface="Montserrat"/>
                <a:ea typeface="Montserrat"/>
                <a:cs typeface="Montserrat"/>
                <a:sym typeface="Montserrat"/>
                <a:hlinkClick r:id="rId7"/>
              </a:rPr>
              <a:t>link</a:t>
            </a:r>
            <a:r>
              <a:rPr lang="es" sz="1333">
                <a:solidFill>
                  <a:srgbClr val="595959"/>
                </a:solidFill>
                <a:latin typeface="Montserrat"/>
                <a:ea typeface="Montserrat"/>
                <a:cs typeface="Montserrat"/>
                <a:sym typeface="Montserrat"/>
              </a:rPr>
              <a:t> </a:t>
            </a:r>
            <a:endParaRPr sz="1333">
              <a:solidFill>
                <a:srgbClr val="595959"/>
              </a:solidFill>
              <a:latin typeface="Montserrat"/>
              <a:ea typeface="Montserrat"/>
              <a:cs typeface="Montserrat"/>
              <a:sym typeface="Montserrat"/>
            </a:endParaRPr>
          </a:p>
          <a:p>
            <a:pPr indent="0" lvl="0" marL="0" rtl="0" algn="l">
              <a:lnSpc>
                <a:spcPct val="115000"/>
              </a:lnSpc>
              <a:spcBef>
                <a:spcPts val="1200"/>
              </a:spcBef>
              <a:spcAft>
                <a:spcPts val="0"/>
              </a:spcAft>
              <a:buNone/>
            </a:pPr>
            <a:r>
              <a:rPr b="1" lang="es" sz="1333">
                <a:solidFill>
                  <a:srgbClr val="595959"/>
                </a:solidFill>
                <a:latin typeface="Montserrat"/>
                <a:ea typeface="Montserrat"/>
                <a:cs typeface="Montserrat"/>
                <a:sym typeface="Montserrat"/>
              </a:rPr>
              <a:t>GIT y GitHub (tutorial en español). Inicio Rápido para Principiantes</a:t>
            </a:r>
            <a:r>
              <a:rPr lang="es" sz="1333">
                <a:solidFill>
                  <a:srgbClr val="595959"/>
                </a:solidFill>
                <a:latin typeface="Montserrat"/>
                <a:ea typeface="Montserrat"/>
                <a:cs typeface="Montserrat"/>
                <a:sym typeface="Montserrat"/>
              </a:rPr>
              <a:t> </a:t>
            </a:r>
            <a:r>
              <a:rPr lang="es" sz="1333" u="sng">
                <a:solidFill>
                  <a:schemeClr val="hlink"/>
                </a:solidFill>
                <a:latin typeface="Montserrat"/>
                <a:ea typeface="Montserrat"/>
                <a:cs typeface="Montserrat"/>
                <a:sym typeface="Montserrat"/>
                <a:hlinkClick r:id="rId8"/>
              </a:rPr>
              <a:t>link</a:t>
            </a:r>
            <a:r>
              <a:rPr lang="es" sz="1333">
                <a:solidFill>
                  <a:srgbClr val="595959"/>
                </a:solidFill>
                <a:latin typeface="Montserrat"/>
                <a:ea typeface="Montserrat"/>
                <a:cs typeface="Montserrat"/>
                <a:sym typeface="Montserrat"/>
              </a:rPr>
              <a:t> </a:t>
            </a:r>
            <a:endParaRPr sz="1333">
              <a:solidFill>
                <a:srgbClr val="595959"/>
              </a:solidFill>
              <a:latin typeface="Montserrat"/>
              <a:ea typeface="Montserrat"/>
              <a:cs typeface="Montserrat"/>
              <a:sym typeface="Montserrat"/>
            </a:endParaRPr>
          </a:p>
          <a:p>
            <a:pPr indent="0" lvl="0" marL="0" rtl="0" algn="l">
              <a:lnSpc>
                <a:spcPct val="115000"/>
              </a:lnSpc>
              <a:spcBef>
                <a:spcPts val="1200"/>
              </a:spcBef>
              <a:spcAft>
                <a:spcPts val="0"/>
              </a:spcAft>
              <a:buNone/>
            </a:pPr>
            <a:r>
              <a:rPr b="1" lang="es" sz="1333">
                <a:solidFill>
                  <a:srgbClr val="595959"/>
                </a:solidFill>
                <a:latin typeface="Montserrat"/>
                <a:ea typeface="Montserrat"/>
                <a:cs typeface="Montserrat"/>
                <a:sym typeface="Montserrat"/>
              </a:rPr>
              <a:t>¿Cómo trabajar con Git desde Visual Studio Code?</a:t>
            </a:r>
            <a:r>
              <a:rPr lang="es" sz="1333">
                <a:solidFill>
                  <a:srgbClr val="595959"/>
                </a:solidFill>
                <a:latin typeface="Montserrat"/>
                <a:ea typeface="Montserrat"/>
                <a:cs typeface="Montserrat"/>
                <a:sym typeface="Montserrat"/>
              </a:rPr>
              <a:t> </a:t>
            </a:r>
            <a:r>
              <a:rPr lang="es" sz="1333" u="sng">
                <a:solidFill>
                  <a:schemeClr val="hlink"/>
                </a:solidFill>
                <a:latin typeface="Montserrat"/>
                <a:ea typeface="Montserrat"/>
                <a:cs typeface="Montserrat"/>
                <a:sym typeface="Montserrat"/>
                <a:hlinkClick r:id="rId9"/>
              </a:rPr>
              <a:t>video</a:t>
            </a:r>
            <a:r>
              <a:rPr lang="es" sz="1333">
                <a:solidFill>
                  <a:srgbClr val="595959"/>
                </a:solidFill>
                <a:latin typeface="Montserrat"/>
                <a:ea typeface="Montserrat"/>
                <a:cs typeface="Montserrat"/>
                <a:sym typeface="Montserrat"/>
              </a:rPr>
              <a:t> </a:t>
            </a:r>
            <a:endParaRPr sz="1333">
              <a:solidFill>
                <a:srgbClr val="595959"/>
              </a:solidFill>
              <a:latin typeface="Montserrat"/>
              <a:ea typeface="Montserrat"/>
              <a:cs typeface="Montserrat"/>
              <a:sym typeface="Montserrat"/>
            </a:endParaRPr>
          </a:p>
          <a:p>
            <a:pPr indent="0" lvl="0" marL="0" rtl="0" algn="l">
              <a:lnSpc>
                <a:spcPct val="115000"/>
              </a:lnSpc>
              <a:spcBef>
                <a:spcPts val="1200"/>
              </a:spcBef>
              <a:spcAft>
                <a:spcPts val="0"/>
              </a:spcAft>
              <a:buNone/>
            </a:pPr>
            <a:r>
              <a:rPr b="1" lang="es" sz="1333">
                <a:solidFill>
                  <a:srgbClr val="595959"/>
                </a:solidFill>
                <a:latin typeface="Montserrat"/>
                <a:ea typeface="Montserrat"/>
                <a:cs typeface="Montserrat"/>
                <a:sym typeface="Montserrat"/>
              </a:rPr>
              <a:t>Nota:</a:t>
            </a:r>
            <a:r>
              <a:rPr lang="es" sz="1333">
                <a:solidFill>
                  <a:srgbClr val="595959"/>
                </a:solidFill>
                <a:latin typeface="Montserrat"/>
                <a:ea typeface="Montserrat"/>
                <a:cs typeface="Montserrat"/>
                <a:sym typeface="Montserrat"/>
              </a:rPr>
              <a:t> con Visual Studio Code también se puede hacer commits, push, resolver conflictos, crear ramas y mucho más. Prácticamente todo lo que se hace desde la línea de comandos lo podés hacer desde una interfaz gráfica. En el video se indica cómo hacerlo. Al final se recomienda un plugin que hay que instalar si se quiere trabajar con Git desde Visual Studio Code. </a:t>
            </a:r>
            <a:endParaRPr sz="1333">
              <a:solidFill>
                <a:srgbClr val="595959"/>
              </a:solidFill>
              <a:latin typeface="Montserrat"/>
              <a:ea typeface="Montserrat"/>
              <a:cs typeface="Montserrat"/>
              <a:sym typeface="Montserrat"/>
            </a:endParaRPr>
          </a:p>
          <a:p>
            <a:pPr indent="0" lvl="0" marL="0" rtl="0" algn="l">
              <a:lnSpc>
                <a:spcPct val="115000"/>
              </a:lnSpc>
              <a:spcBef>
                <a:spcPts val="1200"/>
              </a:spcBef>
              <a:spcAft>
                <a:spcPts val="1200"/>
              </a:spcAft>
              <a:buNone/>
            </a:pPr>
            <a:r>
              <a:rPr b="1" lang="es" sz="1333">
                <a:solidFill>
                  <a:srgbClr val="595959"/>
                </a:solidFill>
                <a:latin typeface="Montserrat"/>
                <a:ea typeface="Montserrat"/>
                <a:cs typeface="Montserrat"/>
                <a:sym typeface="Montserrat"/>
              </a:rPr>
              <a:t>Importante:</a:t>
            </a:r>
            <a:r>
              <a:rPr lang="es" sz="1333">
                <a:solidFill>
                  <a:srgbClr val="595959"/>
                </a:solidFill>
                <a:latin typeface="Montserrat"/>
                <a:ea typeface="Montserrat"/>
                <a:cs typeface="Montserrat"/>
                <a:sym typeface="Montserrat"/>
              </a:rPr>
              <a:t> se puede utilizar una interfaz gráfica para trabajar con Git, pero es importante saber qué es lo que pasa detrás de cada clic que uno hace. Por ese motivo antes, hay que aprender los fundamentos de GIT.</a:t>
            </a:r>
            <a:endParaRPr sz="1333">
              <a:solidFill>
                <a:srgbClr val="595959"/>
              </a:solidFill>
              <a:latin typeface="Montserrat"/>
              <a:ea typeface="Montserrat"/>
              <a:cs typeface="Montserrat"/>
              <a:sym typeface="Montserrat"/>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55"/>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GIT | Instalación</a:t>
            </a:r>
            <a:endParaRPr/>
          </a:p>
        </p:txBody>
      </p:sp>
      <p:sp>
        <p:nvSpPr>
          <p:cNvPr id="418" name="Google Shape;418;p55"/>
          <p:cNvSpPr txBox="1"/>
          <p:nvPr>
            <p:ph idx="1" type="body"/>
          </p:nvPr>
        </p:nvSpPr>
        <p:spPr>
          <a:xfrm>
            <a:off x="432025" y="1304875"/>
            <a:ext cx="8280000" cy="3318000"/>
          </a:xfrm>
          <a:prstGeom prst="rect">
            <a:avLst/>
          </a:prstGeom>
        </p:spPr>
        <p:txBody>
          <a:bodyPr anchorCtr="0" anchor="t" bIns="91425" lIns="91425" spcFirstLastPara="1" rIns="91425" wrap="square" tIns="91425">
            <a:normAutofit lnSpcReduction="20000"/>
          </a:bodyPr>
          <a:lstStyle/>
          <a:p>
            <a:pPr indent="-333375" lvl="0" marL="457200" rtl="0" algn="l">
              <a:spcBef>
                <a:spcPts val="0"/>
              </a:spcBef>
              <a:spcAft>
                <a:spcPts val="0"/>
              </a:spcAft>
              <a:buSzPts val="1650"/>
              <a:buAutoNum type="arabicPeriod"/>
            </a:pPr>
            <a:r>
              <a:rPr lang="es" sz="1650" u="sng">
                <a:solidFill>
                  <a:schemeClr val="hlink"/>
                </a:solidFill>
                <a:hlinkClick r:id="rId3"/>
              </a:rPr>
              <a:t>Descargar Git</a:t>
            </a:r>
            <a:r>
              <a:rPr lang="es" sz="1650"/>
              <a:t>.</a:t>
            </a:r>
            <a:endParaRPr sz="1650"/>
          </a:p>
          <a:p>
            <a:pPr indent="-333375" lvl="0" marL="457200" rtl="0" algn="l">
              <a:spcBef>
                <a:spcPts val="0"/>
              </a:spcBef>
              <a:spcAft>
                <a:spcPts val="0"/>
              </a:spcAft>
              <a:buSzPts val="1650"/>
              <a:buAutoNum type="arabicPeriod"/>
            </a:pPr>
            <a:r>
              <a:rPr lang="es" sz="1650"/>
              <a:t>Una vez descargado, se emplea la interfaz de línea de comando del sistema operativo para interactuar con GIT:</a:t>
            </a:r>
            <a:endParaRPr sz="1650"/>
          </a:p>
          <a:p>
            <a:pPr indent="-333375" lvl="0" marL="914400" rtl="0" algn="l">
              <a:spcBef>
                <a:spcPts val="0"/>
              </a:spcBef>
              <a:spcAft>
                <a:spcPts val="0"/>
              </a:spcAft>
              <a:buSzPts val="1650"/>
              <a:buChar char="●"/>
            </a:pPr>
            <a:r>
              <a:rPr lang="es" sz="1650"/>
              <a:t>En Windows: abrir la aplicación Git Bash que se instaló junto con GIT.</a:t>
            </a:r>
            <a:endParaRPr sz="1650"/>
          </a:p>
          <a:p>
            <a:pPr indent="-333375" lvl="0" marL="914400" rtl="0" algn="l">
              <a:spcBef>
                <a:spcPts val="0"/>
              </a:spcBef>
              <a:spcAft>
                <a:spcPts val="0"/>
              </a:spcAft>
              <a:buSzPts val="1650"/>
              <a:buChar char="●"/>
            </a:pPr>
            <a:r>
              <a:rPr lang="es" sz="1650"/>
              <a:t>En Mac: abrir la terminal mediante el finder.</a:t>
            </a:r>
            <a:endParaRPr sz="1650"/>
          </a:p>
          <a:p>
            <a:pPr indent="-333375" lvl="0" marL="914400" rtl="0" algn="l">
              <a:spcBef>
                <a:spcPts val="0"/>
              </a:spcBef>
              <a:spcAft>
                <a:spcPts val="0"/>
              </a:spcAft>
              <a:buSzPts val="1650"/>
              <a:buChar char="●"/>
            </a:pPr>
            <a:r>
              <a:rPr lang="es" sz="1650"/>
              <a:t>En Linux: abrir la consola bash.</a:t>
            </a:r>
            <a:endParaRPr sz="1650"/>
          </a:p>
          <a:p>
            <a:pPr indent="-333375" lvl="0" marL="457200" rtl="0" algn="l">
              <a:spcBef>
                <a:spcPts val="0"/>
              </a:spcBef>
              <a:spcAft>
                <a:spcPts val="0"/>
              </a:spcAft>
              <a:buSzPts val="1650"/>
              <a:buAutoNum type="arabicPeriod"/>
            </a:pPr>
            <a:r>
              <a:rPr lang="es" sz="1650"/>
              <a:t>Para verificar si está instalado, podemos ejecutar el comando: </a:t>
            </a:r>
            <a:r>
              <a:rPr b="1" lang="es" sz="1650"/>
              <a:t>git --version</a:t>
            </a:r>
            <a:r>
              <a:rPr lang="es" sz="1650"/>
              <a:t>.</a:t>
            </a:r>
            <a:endParaRPr sz="1650"/>
          </a:p>
          <a:p>
            <a:pPr indent="-333375" lvl="0" marL="914400" rtl="0" algn="l">
              <a:spcBef>
                <a:spcPts val="0"/>
              </a:spcBef>
              <a:spcAft>
                <a:spcPts val="0"/>
              </a:spcAft>
              <a:buSzPts val="1650"/>
              <a:buChar char="●"/>
            </a:pPr>
            <a:r>
              <a:rPr lang="es" sz="1650"/>
              <a:t>Si obtenemos respuesta nos indicará la versión de Git que tenemos instalada.</a:t>
            </a:r>
            <a:endParaRPr sz="1650"/>
          </a:p>
          <a:p>
            <a:pPr indent="-333375" lvl="0" marL="914400" rtl="0" algn="l">
              <a:spcBef>
                <a:spcPts val="0"/>
              </a:spcBef>
              <a:spcAft>
                <a:spcPts val="0"/>
              </a:spcAft>
              <a:buSzPts val="1650"/>
              <a:buChar char="●"/>
            </a:pPr>
            <a:r>
              <a:rPr lang="es" sz="1650"/>
              <a:t>En caso de no tener éxito,  </a:t>
            </a:r>
            <a:r>
              <a:rPr lang="es" sz="1650" u="sng">
                <a:solidFill>
                  <a:schemeClr val="hlink"/>
                </a:solidFill>
                <a:hlinkClick r:id="rId4"/>
              </a:rPr>
              <a:t>ver instrucciones </a:t>
            </a:r>
            <a:r>
              <a:rPr lang="es" sz="1650" u="sng">
                <a:solidFill>
                  <a:schemeClr val="hlink"/>
                </a:solidFill>
                <a:hlinkClick r:id="rId5"/>
              </a:rPr>
              <a:t>aquí</a:t>
            </a:r>
            <a:r>
              <a:rPr lang="es" sz="1650" u="sng">
                <a:solidFill>
                  <a:schemeClr val="hlink"/>
                </a:solidFill>
                <a:hlinkClick r:id="rId6"/>
              </a:rPr>
              <a:t> </a:t>
            </a:r>
            <a:endParaRPr sz="1650"/>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56"/>
          <p:cNvSpPr txBox="1"/>
          <p:nvPr>
            <p:ph type="title"/>
          </p:nvPr>
        </p:nvSpPr>
        <p:spPr>
          <a:xfrm>
            <a:off x="432025" y="187325"/>
            <a:ext cx="7982100" cy="4971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s"/>
              <a:t>Tarea para el Proyecto:</a:t>
            </a:r>
            <a:endParaRPr/>
          </a:p>
        </p:txBody>
      </p:sp>
      <p:sp>
        <p:nvSpPr>
          <p:cNvPr id="424" name="Google Shape;424;p56"/>
          <p:cNvSpPr txBox="1"/>
          <p:nvPr>
            <p:ph idx="1" type="body"/>
          </p:nvPr>
        </p:nvSpPr>
        <p:spPr>
          <a:xfrm>
            <a:off x="432025" y="847675"/>
            <a:ext cx="8280000" cy="3318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s"/>
              <a:t>Crear un repositorio en GitHub y utilizar los comandos básicos de Git para subir el proyecto, agregar colaboradores y comenzar a trabajar en conjunto</a:t>
            </a:r>
            <a:r>
              <a:rPr lang="es"/>
              <a:t>.</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57"/>
          <p:cNvSpPr txBox="1"/>
          <p:nvPr>
            <p:ph type="title"/>
          </p:nvPr>
        </p:nvSpPr>
        <p:spPr>
          <a:xfrm>
            <a:off x="490250" y="1135950"/>
            <a:ext cx="8097300" cy="3623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a:t>No te olvides de dar el presente</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58"/>
          <p:cNvSpPr txBox="1"/>
          <p:nvPr>
            <p:ph type="title"/>
          </p:nvPr>
        </p:nvSpPr>
        <p:spPr>
          <a:xfrm>
            <a:off x="490250" y="1135950"/>
            <a:ext cx="8097300" cy="3623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a:t>Recordá: </a:t>
            </a:r>
            <a:endParaRPr/>
          </a:p>
          <a:p>
            <a:pPr indent="-431800" lvl="0" marL="457200" rtl="0" algn="l">
              <a:spcBef>
                <a:spcPts val="0"/>
              </a:spcBef>
              <a:spcAft>
                <a:spcPts val="0"/>
              </a:spcAft>
              <a:buSzPts val="3200"/>
              <a:buFont typeface="Montserrat SemiBold"/>
              <a:buChar char="●"/>
            </a:pPr>
            <a:r>
              <a:rPr b="0" lang="es" sz="3200">
                <a:latin typeface="Montserrat SemiBold"/>
                <a:ea typeface="Montserrat SemiBold"/>
                <a:cs typeface="Montserrat SemiBold"/>
                <a:sym typeface="Montserrat SemiBold"/>
              </a:rPr>
              <a:t>Revisar la Cartelera de Novedades.</a:t>
            </a:r>
            <a:endParaRPr b="0" sz="3200">
              <a:latin typeface="Montserrat SemiBold"/>
              <a:ea typeface="Montserrat SemiBold"/>
              <a:cs typeface="Montserrat SemiBold"/>
              <a:sym typeface="Montserrat SemiBold"/>
            </a:endParaRPr>
          </a:p>
          <a:p>
            <a:pPr indent="-431800" lvl="0" marL="457200" rtl="0" algn="l">
              <a:spcBef>
                <a:spcPts val="0"/>
              </a:spcBef>
              <a:spcAft>
                <a:spcPts val="0"/>
              </a:spcAft>
              <a:buSzPts val="3200"/>
              <a:buFont typeface="Montserrat SemiBold"/>
              <a:buChar char="●"/>
            </a:pPr>
            <a:r>
              <a:rPr b="0" lang="es" sz="3200">
                <a:latin typeface="Montserrat SemiBold"/>
                <a:ea typeface="Montserrat SemiBold"/>
                <a:cs typeface="Montserrat SemiBold"/>
                <a:sym typeface="Montserrat SemiBold"/>
              </a:rPr>
              <a:t>Hacer tus consultas en el Foro.</a:t>
            </a:r>
            <a:endParaRPr b="0" sz="3200">
              <a:latin typeface="Montserrat SemiBold"/>
              <a:ea typeface="Montserrat SemiBold"/>
              <a:cs typeface="Montserrat SemiBold"/>
              <a:sym typeface="Montserrat SemiBold"/>
            </a:endParaRPr>
          </a:p>
          <a:p>
            <a:pPr indent="-431800" lvl="0" marL="457200" rtl="0" algn="l">
              <a:spcBef>
                <a:spcPts val="0"/>
              </a:spcBef>
              <a:spcAft>
                <a:spcPts val="0"/>
              </a:spcAft>
              <a:buSzPts val="3200"/>
              <a:buFont typeface="Montserrat SemiBold"/>
              <a:buChar char="●"/>
            </a:pPr>
            <a:r>
              <a:rPr b="0" lang="es" sz="3200">
                <a:latin typeface="Montserrat SemiBold"/>
                <a:ea typeface="Montserrat SemiBold"/>
                <a:cs typeface="Montserrat SemiBold"/>
                <a:sym typeface="Montserrat SemiBold"/>
              </a:rPr>
              <a:t>Realizar los Ejercicios obligatorios.</a:t>
            </a:r>
            <a:endParaRPr b="0" sz="3200">
              <a:latin typeface="Montserrat SemiBold"/>
              <a:ea typeface="Montserrat SemiBold"/>
              <a:cs typeface="Montserrat SemiBold"/>
              <a:sym typeface="Montserrat SemiBold"/>
            </a:endParaRPr>
          </a:p>
          <a:p>
            <a:pPr indent="0" lvl="0" marL="0" rtl="0" algn="l">
              <a:spcBef>
                <a:spcPts val="0"/>
              </a:spcBef>
              <a:spcAft>
                <a:spcPts val="0"/>
              </a:spcAft>
              <a:buNone/>
            </a:pPr>
            <a:r>
              <a:t/>
            </a:r>
            <a:endParaRPr sz="3200"/>
          </a:p>
          <a:p>
            <a:pPr indent="0" lvl="0" marL="0" rtl="0" algn="l">
              <a:spcBef>
                <a:spcPts val="0"/>
              </a:spcBef>
              <a:spcAft>
                <a:spcPts val="0"/>
              </a:spcAft>
              <a:buNone/>
            </a:pPr>
            <a:r>
              <a:rPr lang="es" sz="3200"/>
              <a:t>Todo en el Aula Virtual.</a:t>
            </a:r>
            <a:endParaRPr sz="3200"/>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59"/>
          <p:cNvSpPr txBox="1"/>
          <p:nvPr>
            <p:ph type="title"/>
          </p:nvPr>
        </p:nvSpPr>
        <p:spPr>
          <a:xfrm>
            <a:off x="490250" y="1135950"/>
            <a:ext cx="8097300" cy="3623700"/>
          </a:xfrm>
          <a:prstGeom prst="rect">
            <a:avLst/>
          </a:prstGeom>
        </p:spPr>
        <p:txBody>
          <a:bodyPr anchorCtr="0" anchor="ctr" bIns="91425" lIns="91425" spcFirstLastPara="1" rIns="91425" wrap="square" tIns="91425">
            <a:normAutofit/>
          </a:bodyPr>
          <a:lstStyle/>
          <a:p>
            <a:pPr indent="0" lvl="0" marL="0" rtl="0" algn="l">
              <a:lnSpc>
                <a:spcPct val="115000"/>
              </a:lnSpc>
              <a:spcBef>
                <a:spcPts val="1200"/>
              </a:spcBef>
              <a:spcAft>
                <a:spcPts val="0"/>
              </a:spcAft>
              <a:buNone/>
            </a:pPr>
            <a:r>
              <a:rPr lang="es"/>
              <a:t>Muchas gracias por tu atención.</a:t>
            </a:r>
            <a:endParaRPr/>
          </a:p>
          <a:p>
            <a:pPr indent="0" lvl="0" marL="0" rtl="0" algn="l">
              <a:lnSpc>
                <a:spcPct val="115000"/>
              </a:lnSpc>
              <a:spcBef>
                <a:spcPts val="1200"/>
              </a:spcBef>
              <a:spcAft>
                <a:spcPts val="1200"/>
              </a:spcAft>
              <a:buNone/>
            </a:pPr>
            <a:r>
              <a:rPr lang="es"/>
              <a:t>Nos vemos pronto</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